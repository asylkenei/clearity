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52fd08f7394a24" /><Relationship Type="http://schemas.openxmlformats.org/officeDocument/2006/relationships/extended-properties" Target="/docProps/app.xml" Id="R75da8e9fc3f3472b" /><Relationship Type="http://schemas.openxmlformats.org/officeDocument/2006/relationships/officeDocument" Target="/ppt/presentation.xml" Id="R897303eb5ea74119" /></Relationships>
</file>

<file path=ppt/presentation.xml><?xml version="1.0" encoding="utf-8"?>
<p:presentation xmlns:p="http://schemas.openxmlformats.org/presentationml/2006/main">
  <p:sldMasterIdLst>
    <p:sldMasterId xmlns:r="http://schemas.openxmlformats.org/officeDocument/2006/relationships" id="2147483648" r:id="R361ae0f5c6064871"/>
  </p:sldMasterIdLst>
  <p:notesMasterIdLst>
    <p:notesMasterId xmlns:r="http://schemas.openxmlformats.org/officeDocument/2006/relationships" r:id="R421fcfa2b0304653"/>
  </p:notesMasterIdLst>
  <p:sldIdLst>
    <p:sldId xmlns:r="http://schemas.openxmlformats.org/officeDocument/2006/relationships" id="256" r:id="R91e53f1827654db8"/>
    <p:sldId xmlns:r="http://schemas.openxmlformats.org/officeDocument/2006/relationships" id="257" r:id="R554a6586bb634490"/>
    <p:sldId xmlns:r="http://schemas.openxmlformats.org/officeDocument/2006/relationships" id="258" r:id="Ra6f7a529a54d4743"/>
    <p:sldId xmlns:r="http://schemas.openxmlformats.org/officeDocument/2006/relationships" id="259" r:id="Ra21d8ed453d24613"/>
    <p:sldId xmlns:r="http://schemas.openxmlformats.org/officeDocument/2006/relationships" id="260" r:id="R92423de0cff34f81"/>
    <p:sldId xmlns:r="http://schemas.openxmlformats.org/officeDocument/2006/relationships" id="261" r:id="R8a822c77fde34e31"/>
    <p:sldId xmlns:r="http://schemas.openxmlformats.org/officeDocument/2006/relationships" id="262" r:id="R11bcb2e94a6341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782fc842f8402b" /><Relationship Type="http://schemas.openxmlformats.org/officeDocument/2006/relationships/slideMaster" Target="/ppt/slideMasters/slideMaster1.xml" Id="R361ae0f5c6064871" /><Relationship Type="http://schemas.openxmlformats.org/officeDocument/2006/relationships/notesMaster" Target="/ppt/notesMasters/notesMaster1.xml" Id="R421fcfa2b0304653" /><Relationship Type="http://schemas.openxmlformats.org/officeDocument/2006/relationships/presProps" Target="/ppt/presProps.xml" Id="R025e973608f14f30" /><Relationship Type="http://schemas.openxmlformats.org/officeDocument/2006/relationships/tableStyles" Target="/ppt/tableStyles.xml" Id="Rd38bc4ac40654243" /><Relationship Type="http://schemas.openxmlformats.org/officeDocument/2006/relationships/slide" Target="/ppt/slides/slide1.xml" Id="R91e53f1827654db8" /><Relationship Type="http://schemas.openxmlformats.org/officeDocument/2006/relationships/slide" Target="/ppt/slides/slide2.xml" Id="R554a6586bb634490" /><Relationship Type="http://schemas.openxmlformats.org/officeDocument/2006/relationships/slide" Target="/ppt/slides/slide3.xml" Id="Ra6f7a529a54d4743" /><Relationship Type="http://schemas.openxmlformats.org/officeDocument/2006/relationships/slide" Target="/ppt/slides/slide4.xml" Id="Ra21d8ed453d24613" /><Relationship Type="http://schemas.openxmlformats.org/officeDocument/2006/relationships/slide" Target="/ppt/slides/slide5.xml" Id="R92423de0cff34f81" /><Relationship Type="http://schemas.openxmlformats.org/officeDocument/2006/relationships/slide" Target="/ppt/slides/slide6.xml" Id="R8a822c77fde34e31" /><Relationship Type="http://schemas.openxmlformats.org/officeDocument/2006/relationships/slide" Target="/ppt/slides/slide7.xml" Id="R11bcb2e94a6341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2dee93107344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8bfe0309624d85" /><Relationship Type="http://schemas.openxmlformats.org/officeDocument/2006/relationships/notesMaster" Target="/ppt/notesMasters/notesMaster1.xml" Id="R980c20fe312748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d217e49d3c4874" /><Relationship Type="http://schemas.openxmlformats.org/officeDocument/2006/relationships/notesMaster" Target="/ppt/notesMasters/notesMaster1.xml" Id="Rf6da6531360a4c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7c0f5da4de4c92" /><Relationship Type="http://schemas.openxmlformats.org/officeDocument/2006/relationships/notesMaster" Target="/ppt/notesMasters/notesMaster1.xml" Id="R6effce25a1274a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de8e28583d4a75" /><Relationship Type="http://schemas.openxmlformats.org/officeDocument/2006/relationships/notesMaster" Target="/ppt/notesMasters/notesMaster1.xml" Id="R4582b90d1bb349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afa4f481484d42" /><Relationship Type="http://schemas.openxmlformats.org/officeDocument/2006/relationships/notesMaster" Target="/ppt/notesMasters/notesMaster1.xml" Id="R434d979c587e49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cea925f5694415" /><Relationship Type="http://schemas.openxmlformats.org/officeDocument/2006/relationships/notesMaster" Target="/ppt/notesMasters/notesMaster1.xml" Id="R992caf4b514246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4b814c14d3436e" /><Relationship Type="http://schemas.openxmlformats.org/officeDocument/2006/relationships/notesMaster" Target="/ppt/notesMasters/notesMaster1.xml" Id="Rcbba15faa8dc47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we are presenting Clearity, a prototype for reviewing silent cashier videos. Our starting point is simple: a reviewer needs to understand what happened, where it happened in the video, and what evidence supports a concern. Clearity organizes that review around a binary screening result, timestamps and selected frames. The system runs video inference inside its own service, without sending frames to an external AI provider. We also avoid face identification. This is an experimental decision-support tool. A human reviewer remains responsible for interpreting the evidence and deciding what further investigation is appropriate.</a:t>
            </a:r>
          </a:p>
          <a:p xmlns:a="http://schemas.openxmlformats.org/drawingml/2006/main">
            <a:r>
              <a:t/>
            </a:r>
          </a:p>
          <a:p xmlns:a="http://schemas.openxmlformats.org/drawingml/2006/main">
            <a:r>
              <a:t>Repository: https://github.com/Asylkenei/clearity. Source: project context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review requires sustained attention, especially when an action is brief or partly hidden. Silent footage adds another difficulty: the video cannot explain an instruction, an authorization or the accounting context behind a transaction. The challenge gives us MOV videos of roughly twenty-nine megabytes, lasting from ten to one hundred and forty-five seconds. The required processing limit is five minutes. Our goal is to make review easier to navigate by returning evidence tied to time. We do not claim measured labor savings, and we cannot infer intent or establish a legal violation from appearance alone.</a:t>
            </a:r>
          </a:p>
          <a:p xmlns:a="http://schemas.openxmlformats.org/drawingml/2006/main">
            <a:r>
              <a:t/>
            </a:r>
          </a:p>
          <a:p xmlns:a="http://schemas.openxmlformats.org/drawingml/2006/main">
            <a:r>
              <a:t>Source: ForteBank Datathon challenge requirements supplied by the team. No quantified review-time savings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required product journey. A user uploads a MOV video through the authenticated API, then checks the asynchronous job status. The completed result provides a binary prediction and event timestamps. For each event, the intended review package contains one to three JPEG evidence frames, a plain-language explanation and a regulatory reference. The reviewer can then examine the original context. We have implemented the jury API contract, including the analyze endpoint and the job endpoint. An event means a candidate for review. Because the baseline learns only binary labels, we cannot claim validated semantic violation categories or precise action boundaries.</a:t>
            </a:r>
          </a:p>
          <a:p xmlns:a="http://schemas.openxmlformats.org/drawingml/2006/main">
            <a:r>
              <a:t/>
            </a:r>
          </a:p>
          <a:p xmlns:a="http://schemas.openxmlformats.org/drawingml/2006/main">
            <a:r>
              <a:t>Source: project API implementation and supplied requirements. Candidate-event timestamps are screening evidence, not validated semantic action localization.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the deployable baseline from a more demanding experiment. The hosted configuration uses FastAPI, asynchronous jobs and SQLite, with OpenCV sampling frames every two seconds. A frozen ResNet18 encoder produces visual features. Temporal features feed a trained logistic-regression classifier, and the service assembles the response and evidence. All inference happens inside that server. Separately, our local Qwen3-VL experiment runs a quantized two-billion-parameter model through llama.cpp and inspects three frames per twenty-second window. Qwen is not part of the free hosted pipeline because of memory limits. Authentication uses X-API-Key, and the service deletes uploaded video copies after processing.</a:t>
            </a:r>
          </a:p>
          <a:p xmlns:a="http://schemas.openxmlformats.org/drawingml/2006/main">
            <a:r>
              <a:t/>
            </a:r>
          </a:p>
          <a:p xmlns:a="http://schemas.openxmlformats.org/drawingml/2006/main">
            <a:r>
              <a:t>Source: project implementation and team-supplied architecture. LR means logistic regression. Optional Qwen mode does not belong to the free hosted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is small, so we report the result directly. We have forty-two labeled records representing forty unique videos after exact-duplicate grouping. The saved experiment uses twenty-four unique videos for training, eight for validation and eight for the held-out test. Test accuracy, precision and recall are each fifty percent, with an F1 score of zero point five. That does not establish useful production detection. It gives us a reproducible baseline to improve. For regulatory context, we are reviewing Kazakhstan National Bank Resolution number two hundred thirty-one from November twenty-ninth, twenty nineteen. We provide general context, while verified event-to-clause mapping remains unfinished.</a:t>
            </a:r>
          </a:p>
          <a:p xmlns:a="http://schemas.openxmlformats.org/drawingml/2006/main">
            <a:r>
              <a:t/>
            </a:r>
          </a:p>
          <a:p xmlns:a="http://schemas.openxmlformats.org/drawingml/2006/main">
            <a:r>
              <a:t>Source: saved baseline experiment supplied by the team. Exact duplicate grouping yields 40 unique videos from 42 records. Regulatory reference under review: https://adilet.zan.kz/rus/docs/V1900019680. General context only. No verified event-to-clause classification.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demonstration, we show an upload, the processing state and the review result. These storyboard placeholders are conceptual and contain no banking footage. The repository and service links on the slide are confirmed. The Render deployment is live at clearity-3qoy.onrender.com. A hosted end-to-end test completed in sixty-three-point-six seconds, including upload, processing and polling. The input was a synthetic MOV of twenty-nine mebibytes, lasting one hundred forty-five seconds. This single run used a warm service. It verifies the API workflow within five minutes for that sample, while detection quality and cold-start timing remain unproven. Free Render hosting may sleep after inactivity.</a:t>
            </a:r>
          </a:p>
          <a:p xmlns:a="http://schemas.openxmlformats.org/drawingml/2006/main">
            <a:r>
              <a:t/>
            </a:r>
          </a:p>
          <a:p xmlns:a="http://schemas.openxmlformats.org/drawingml/2006/main">
            <a:r>
              <a:t>Source: hosted benchmark confirmed by the main agent: 145.0-second synthetic MOV, 29 MiB, 63.59 seconds from upload through processing and polling, warm service. The top-level jury JSON schema passed. API: https://clearity-3qoy.onrender.com. One synthetic run does not validate detector quality or cold-start timing. Conceptual placeholders contain no confidential video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work follows the limitations we have measured. First, expand independent labeled data and evaluate across camera angles. Second, replace coarse binary screening with event annotations and better temporal localization. Third, ask a qualified domain reviewer to verify the regulatory mapping. Finally, benchmark the deployed service, including cold starts, retention and failure handling. Sampling can miss brief actions, and generalization to a different camera has not been established. Clearity already demonstrates the structure of an accountable review workflow. The result we want to build toward is evidence that a reviewer can inspect, question and use responsibly. Thank you.</a:t>
            </a:r>
          </a:p>
          <a:p xmlns:a="http://schemas.openxmlformats.org/drawingml/2006/main">
            <a:r>
              <a:t/>
            </a:r>
          </a:p>
          <a:p xmlns:a="http://schemas.openxmlformats.org/drawingml/2006/main">
            <a:r>
              <a:t>Source: limitations and next steps supplied by the team. Positive predictions do not establish theft, intent, authorization, accounting errors or a legal violation.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c19af043f24ba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ae7cb0ea3b45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fb7a3df6ae47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b973767b0344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63a894427844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60c2f1e2ba47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3770BA-32DA-41ED-A09C-E6DCDCF9E4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7A8E52-CD78-4B47-88DD-73936F74D1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EB119E-F590-45BE-BF00-B9FA8AB9A16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23E3B6-E286-4DD6-BF2B-884F6C8E2F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0E8C59-333E-48C0-8DB2-F29A44F3CA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42681B-43AE-4C31-BD9E-FC00275BDB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7F60DD-9536-476B-9475-D3F966CEA2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153FC1-BD76-45A5-A05A-D4BB115F7E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27111E-42DB-476A-B56B-A46461E0D5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DD0F92-15C1-4F4A-8AD9-6F32F04AE8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4fea6fdc854cea" /><Relationship Type="http://schemas.openxmlformats.org/officeDocument/2006/relationships/slideLayout" Target="/ppt/slideLayouts/slideLayout1.xml" Id="R334e62bd71414509" /><Relationship Type="http://schemas.openxmlformats.org/officeDocument/2006/relationships/slideLayout" Target="/ppt/slideLayouts/slideLayout2.xml" Id="Rf8abf60c9a5d45c1" /><Relationship Type="http://schemas.openxmlformats.org/officeDocument/2006/relationships/slideLayout" Target="/ppt/slideLayouts/slideLayout3.xml" Id="R82b27e1ceb1e4b27" /><Relationship Type="http://schemas.openxmlformats.org/officeDocument/2006/relationships/slideLayout" Target="/ppt/slideLayouts/slideLayout4.xml" Id="R977636cedce84f6f" /><Relationship Type="http://schemas.openxmlformats.org/officeDocument/2006/relationships/slideLayout" Target="/ppt/slideLayouts/slideLayout5.xml" Id="R615d76aa4cb449fc" /><Relationship Type="http://schemas.openxmlformats.org/officeDocument/2006/relationships/slideLayout" Target="/ppt/slideLayouts/slideLayout6.xml" Id="Rfd5dfcf3594242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4e62bd71414509"/>
    <p:sldLayoutId xmlns:r="http://schemas.openxmlformats.org/officeDocument/2006/relationships" id="2147483650" r:id="Rf8abf60c9a5d45c1"/>
    <p:sldLayoutId xmlns:r="http://schemas.openxmlformats.org/officeDocument/2006/relationships" id="2147483651" r:id="R82b27e1ceb1e4b27"/>
    <p:sldLayoutId xmlns:r="http://schemas.openxmlformats.org/officeDocument/2006/relationships" id="2147483652" r:id="R977636cedce84f6f"/>
    <p:sldLayoutId xmlns:r="http://schemas.openxmlformats.org/officeDocument/2006/relationships" id="2147483653" r:id="R615d76aa4cb449fc"/>
    <p:sldLayoutId xmlns:r="http://schemas.openxmlformats.org/officeDocument/2006/relationships" id="2147483654" r:id="Rfd5dfcf3594242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77c55a7cf84f55" /><Relationship Type="http://schemas.openxmlformats.org/officeDocument/2006/relationships/notesSlide" Target="/ppt/notesSlides/notesSlide1.xml" Id="Ra9aa011566fc4c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5f1e1324014e82" /><Relationship Type="http://schemas.openxmlformats.org/officeDocument/2006/relationships/notesSlide" Target="/ppt/notesSlides/notesSlide2.xml" Id="R4c58609caeb749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3a5f0444b7420d" /><Relationship Type="http://schemas.openxmlformats.org/officeDocument/2006/relationships/notesSlide" Target="/ppt/notesSlides/notesSlide3.xml" Id="R809a2cd14f8649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26bbdf42924f58" /><Relationship Type="http://schemas.openxmlformats.org/officeDocument/2006/relationships/notesSlide" Target="/ppt/notesSlides/notesSlide4.xml" Id="R9627d38d901842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bb977b740140f1" /><Relationship Type="http://schemas.openxmlformats.org/officeDocument/2006/relationships/notesSlide" Target="/ppt/notesSlides/notesSlide5.xml" Id="Rb4e313676bd842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110e57bd884a6c" /><Relationship Type="http://schemas.openxmlformats.org/officeDocument/2006/relationships/notesSlide" Target="/ppt/notesSlides/notesSlide6.xml" Id="Rd35aee62346a44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782d0d182946ab" /><Relationship Type="http://schemas.openxmlformats.org/officeDocument/2006/relationships/notesSlide" Target="/ppt/notesSlides/notesSlide7.xml" Id="Rd024dd2a275f4e94"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8" name="CLEARITY">
            <a:extLst xmlns:a="http://schemas.openxmlformats.org/drawingml/2006/main">
              <a:ext uri="{FF2B5EF4-FFF2-40B4-BE49-F238E27FC236}">
                <a16:creationId xmlns:a16="http://schemas.microsoft.com/office/drawing/2014/main" id="{17DA45FA-5304-4BA4-A0CD-AE37B30DF6C3}"/>
              </a:ext>
            </a:extLst>
          </p:cNvPr>
          <p:cNvSpPr>
            <a:spLocks xmlns:a="http://schemas.openxmlformats.org/drawingml/2006/main" noGrp="1"/>
          </p:cNvSpPr>
          <p:nvPr/>
        </p:nvSpPr>
        <p:spPr>
          <a:xfrm xmlns:a="http://schemas.openxmlformats.org/drawingml/2006/main">
            <a:off x="609600" y="33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35D4BE"/>
                </a:solidFill>
                <a:latin typeface="Arial"/>
                <a:ea typeface="Arial"/>
                <a:cs typeface="Arial"/>
              </a:defRPr>
            </a:defPPr>
            <a:lvl1pPr>
              <a:defRPr sz="1350" b="1">
                <a:solidFill>
                  <a:srgbClr val="35D4BE"/>
                </a:solidFill>
                <a:latin typeface="Arial"/>
                <a:ea typeface="Arial"/>
                <a:cs typeface="Arial"/>
              </a:defRPr>
            </a:lvl1pPr>
            <a:lvl2pPr>
              <a:defRPr sz="1350" b="1">
                <a:solidFill>
                  <a:srgbClr val="35D4BE"/>
                </a:solidFill>
                <a:latin typeface="Arial"/>
                <a:ea typeface="Arial"/>
                <a:cs typeface="Arial"/>
              </a:defRPr>
            </a:lvl2pPr>
            <a:lvl3pPr>
              <a:defRPr sz="1350" b="1">
                <a:solidFill>
                  <a:srgbClr val="35D4BE"/>
                </a:solidFill>
                <a:latin typeface="Arial"/>
                <a:ea typeface="Arial"/>
                <a:cs typeface="Arial"/>
              </a:defRPr>
            </a:lvl3pPr>
            <a:lvl4pPr>
              <a:defRPr sz="1350" b="1">
                <a:solidFill>
                  <a:srgbClr val="35D4BE"/>
                </a:solidFill>
                <a:latin typeface="Arial"/>
                <a:ea typeface="Arial"/>
                <a:cs typeface="Arial"/>
              </a:defRPr>
            </a:lvl4pPr>
            <a:lvl5pPr>
              <a:defRPr sz="1350" b="1">
                <a:solidFill>
                  <a:srgbClr val="35D4BE"/>
                </a:solidFill>
                <a:latin typeface="Arial"/>
                <a:ea typeface="Arial"/>
                <a:cs typeface="Arial"/>
              </a:defRPr>
            </a:lvl5pPr>
            <a:lvl6pPr>
              <a:defRPr sz="1350" b="1">
                <a:solidFill>
                  <a:srgbClr val="35D4BE"/>
                </a:solidFill>
                <a:latin typeface="Arial"/>
                <a:ea typeface="Arial"/>
                <a:cs typeface="Arial"/>
              </a:defRPr>
            </a:lvl6pPr>
            <a:lvl7pPr>
              <a:defRPr sz="1350" b="1">
                <a:solidFill>
                  <a:srgbClr val="35D4BE"/>
                </a:solidFill>
                <a:latin typeface="Arial"/>
                <a:ea typeface="Arial"/>
                <a:cs typeface="Arial"/>
              </a:defRPr>
            </a:lvl7pPr>
            <a:lvl8pPr>
              <a:defRPr sz="1350" b="1">
                <a:solidFill>
                  <a:srgbClr val="35D4BE"/>
                </a:solidFill>
                <a:latin typeface="Arial"/>
                <a:ea typeface="Arial"/>
                <a:cs typeface="Arial"/>
              </a:defRPr>
            </a:lvl8pPr>
            <a:lvl9pPr>
              <a:defRPr sz="1350" b="1">
                <a:solidFill>
                  <a:srgbClr val="35D4BE"/>
                </a:solidFill>
                <a:latin typeface="Arial"/>
                <a:ea typeface="Arial"/>
                <a:cs typeface="Arial"/>
              </a:defRPr>
            </a:lvl9pPr>
          </a:lstStyle>
          <a:p xmlns:a="http://schemas.openxmlformats.org/drawingml/2006/main">
            <a:pPr>
              <a:defRPr sz="1350" b="1">
                <a:solidFill>
                  <a:srgbClr val="35D4BE"/>
                </a:solidFill>
                <a:latin typeface="Arial"/>
                <a:ea typeface="Arial"/>
                <a:cs typeface="Arial"/>
              </a:defRPr>
            </a:pPr>
            <a:r>
              <a:rPr sz="1350" b="1">
                <a:solidFill>
                  <a:srgbClr val="35D4BE"/>
                </a:solidFill>
                <a:latin typeface="Arial"/>
                <a:ea typeface="Arial"/>
                <a:cs typeface="Arial"/>
              </a:rPr>
              <a:t>CLEARITY</a:t>
            </a:r>
          </a:p>
        </p:txBody>
      </p:sp>
      <p:sp>
        <p:nvSpPr>
          <p:cNvPr id="2" name="01 / 07">
            <a:extLst xmlns:a="http://schemas.openxmlformats.org/drawingml/2006/main">
              <a:ext uri="{FF2B5EF4-FFF2-40B4-BE49-F238E27FC236}">
                <a16:creationId xmlns:a16="http://schemas.microsoft.com/office/drawing/2014/main" id="{CA53010C-B267-48D1-B204-12FB8B3A8027}"/>
              </a:ext>
            </a:extLst>
          </p:cNvPr>
          <p:cNvSpPr>
            <a:spLocks xmlns:a="http://schemas.openxmlformats.org/drawingml/2006/main" noGrp="1"/>
          </p:cNvSpPr>
          <p:nvPr/>
        </p:nvSpPr>
        <p:spPr>
          <a:xfrm xmlns:a="http://schemas.openxmlformats.org/drawingml/2006/main">
            <a:off x="10572750" y="333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3C3D0"/>
                </a:solidFill>
                <a:latin typeface="Arial"/>
                <a:ea typeface="Arial"/>
                <a:cs typeface="Arial"/>
              </a:defRPr>
            </a:defPPr>
            <a:lvl1pPr>
              <a:defRPr sz="1350" b="0">
                <a:solidFill>
                  <a:srgbClr val="B3C3D0"/>
                </a:solidFill>
                <a:latin typeface="Arial"/>
                <a:ea typeface="Arial"/>
                <a:cs typeface="Arial"/>
              </a:defRPr>
            </a:lvl1pPr>
            <a:lvl2pPr>
              <a:defRPr sz="1350" b="0">
                <a:solidFill>
                  <a:srgbClr val="B3C3D0"/>
                </a:solidFill>
                <a:latin typeface="Arial"/>
                <a:ea typeface="Arial"/>
                <a:cs typeface="Arial"/>
              </a:defRPr>
            </a:lvl2pPr>
            <a:lvl3pPr>
              <a:defRPr sz="1350" b="0">
                <a:solidFill>
                  <a:srgbClr val="B3C3D0"/>
                </a:solidFill>
                <a:latin typeface="Arial"/>
                <a:ea typeface="Arial"/>
                <a:cs typeface="Arial"/>
              </a:defRPr>
            </a:lvl3pPr>
            <a:lvl4pPr>
              <a:defRPr sz="1350" b="0">
                <a:solidFill>
                  <a:srgbClr val="B3C3D0"/>
                </a:solidFill>
                <a:latin typeface="Arial"/>
                <a:ea typeface="Arial"/>
                <a:cs typeface="Arial"/>
              </a:defRPr>
            </a:lvl4pPr>
            <a:lvl5pPr>
              <a:defRPr sz="1350" b="0">
                <a:solidFill>
                  <a:srgbClr val="B3C3D0"/>
                </a:solidFill>
                <a:latin typeface="Arial"/>
                <a:ea typeface="Arial"/>
                <a:cs typeface="Arial"/>
              </a:defRPr>
            </a:lvl5pPr>
            <a:lvl6pPr>
              <a:defRPr sz="1350" b="0">
                <a:solidFill>
                  <a:srgbClr val="B3C3D0"/>
                </a:solidFill>
                <a:latin typeface="Arial"/>
                <a:ea typeface="Arial"/>
                <a:cs typeface="Arial"/>
              </a:defRPr>
            </a:lvl6pPr>
            <a:lvl7pPr>
              <a:defRPr sz="1350" b="0">
                <a:solidFill>
                  <a:srgbClr val="B3C3D0"/>
                </a:solidFill>
                <a:latin typeface="Arial"/>
                <a:ea typeface="Arial"/>
                <a:cs typeface="Arial"/>
              </a:defRPr>
            </a:lvl7pPr>
            <a:lvl8pPr>
              <a:defRPr sz="1350" b="0">
                <a:solidFill>
                  <a:srgbClr val="B3C3D0"/>
                </a:solidFill>
                <a:latin typeface="Arial"/>
                <a:ea typeface="Arial"/>
                <a:cs typeface="Arial"/>
              </a:defRPr>
            </a:lvl8pPr>
            <a:lvl9pPr>
              <a:defRPr sz="1350" b="0">
                <a:solidFill>
                  <a:srgbClr val="B3C3D0"/>
                </a:solidFill>
                <a:latin typeface="Arial"/>
                <a:ea typeface="Arial"/>
                <a:cs typeface="Arial"/>
              </a:defRPr>
            </a:lvl9pPr>
          </a:lstStyle>
          <a:p xmlns:a="http://schemas.openxmlformats.org/drawingml/2006/main">
            <a:pPr>
              <a:defRPr sz="1350" b="0">
                <a:solidFill>
                  <a:srgbClr val="B3C3D0"/>
                </a:solidFill>
                <a:latin typeface="Arial"/>
                <a:ea typeface="Arial"/>
                <a:cs typeface="Arial"/>
              </a:defRPr>
            </a:pPr>
            <a:r>
              <a:rPr sz="1350" b="0">
                <a:solidFill>
                  <a:srgbClr val="B3C3D0"/>
                </a:solidFill>
                <a:latin typeface="Arial"/>
                <a:ea typeface="Arial"/>
                <a:cs typeface="Arial"/>
              </a:rPr>
              <a:t>01 / 07</a:t>
            </a:r>
          </a:p>
        </p:txBody>
      </p:sp>
      <p:sp>
        <p:nvSpPr>
          <p:cNvPr id="3" name="Clearity">
            <a:extLst xmlns:a="http://schemas.openxmlformats.org/drawingml/2006/main">
              <a:ext uri="{FF2B5EF4-FFF2-40B4-BE49-F238E27FC236}">
                <a16:creationId xmlns:a16="http://schemas.microsoft.com/office/drawing/2014/main" id="{FBE00AF7-7B5E-4AB7-8674-A6FC12B25155}"/>
              </a:ext>
            </a:extLst>
          </p:cNvPr>
          <p:cNvSpPr>
            <a:spLocks xmlns:a="http://schemas.openxmlformats.org/drawingml/2006/main" noGrp="1"/>
          </p:cNvSpPr>
          <p:nvPr/>
        </p:nvSpPr>
        <p:spPr>
          <a:xfrm xmlns:a="http://schemas.openxmlformats.org/drawingml/2006/main">
            <a:off x="609600" y="93345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Clearity</a:t>
            </a:r>
          </a:p>
        </p:txBody>
      </p:sp>
      <p:sp>
        <p:nvSpPr>
          <p:cNvPr id="4" name="Cashier video review&#10;with timestamped evidence">
            <a:extLst xmlns:a="http://schemas.openxmlformats.org/drawingml/2006/main">
              <a:ext uri="{FF2B5EF4-FFF2-40B4-BE49-F238E27FC236}">
                <a16:creationId xmlns:a16="http://schemas.microsoft.com/office/drawing/2014/main" id="{48D8CA16-B390-45AA-BE80-7B791FE63F3D}"/>
              </a:ext>
            </a:extLst>
          </p:cNvPr>
          <p:cNvSpPr>
            <a:spLocks xmlns:a="http://schemas.openxmlformats.org/drawingml/2006/main" noGrp="1"/>
          </p:cNvSpPr>
          <p:nvPr/>
        </p:nvSpPr>
        <p:spPr>
          <a:xfrm xmlns:a="http://schemas.openxmlformats.org/drawingml/2006/main">
            <a:off x="609600" y="2238375"/>
            <a:ext cx="10477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FFFFFF"/>
                </a:solidFill>
                <a:latin typeface="Arial"/>
                <a:ea typeface="Arial"/>
                <a:cs typeface="Arial"/>
              </a:defRPr>
            </a:defPPr>
            <a:lvl1pPr>
              <a:defRPr sz="4050" b="1">
                <a:solidFill>
                  <a:srgbClr val="FFFFFF"/>
                </a:solidFill>
                <a:latin typeface="Arial"/>
                <a:ea typeface="Arial"/>
                <a:cs typeface="Arial"/>
              </a:defRPr>
            </a:lvl1pPr>
            <a:lvl2pPr>
              <a:defRPr sz="4050" b="1">
                <a:solidFill>
                  <a:srgbClr val="FFFFFF"/>
                </a:solidFill>
                <a:latin typeface="Arial"/>
                <a:ea typeface="Arial"/>
                <a:cs typeface="Arial"/>
              </a:defRPr>
            </a:lvl2pPr>
            <a:lvl3pPr>
              <a:defRPr sz="4050" b="1">
                <a:solidFill>
                  <a:srgbClr val="FFFFFF"/>
                </a:solidFill>
                <a:latin typeface="Arial"/>
                <a:ea typeface="Arial"/>
                <a:cs typeface="Arial"/>
              </a:defRPr>
            </a:lvl3pPr>
            <a:lvl4pPr>
              <a:defRPr sz="4050" b="1">
                <a:solidFill>
                  <a:srgbClr val="FFFFFF"/>
                </a:solidFill>
                <a:latin typeface="Arial"/>
                <a:ea typeface="Arial"/>
                <a:cs typeface="Arial"/>
              </a:defRPr>
            </a:lvl4pPr>
            <a:lvl5pPr>
              <a:defRPr sz="4050" b="1">
                <a:solidFill>
                  <a:srgbClr val="FFFFFF"/>
                </a:solidFill>
                <a:latin typeface="Arial"/>
                <a:ea typeface="Arial"/>
                <a:cs typeface="Arial"/>
              </a:defRPr>
            </a:lvl5pPr>
            <a:lvl6pPr>
              <a:defRPr sz="4050" b="1">
                <a:solidFill>
                  <a:srgbClr val="FFFFFF"/>
                </a:solidFill>
                <a:latin typeface="Arial"/>
                <a:ea typeface="Arial"/>
                <a:cs typeface="Arial"/>
              </a:defRPr>
            </a:lvl6pPr>
            <a:lvl7pPr>
              <a:defRPr sz="4050" b="1">
                <a:solidFill>
                  <a:srgbClr val="FFFFFF"/>
                </a:solidFill>
                <a:latin typeface="Arial"/>
                <a:ea typeface="Arial"/>
                <a:cs typeface="Arial"/>
              </a:defRPr>
            </a:lvl7pPr>
            <a:lvl8pPr>
              <a:defRPr sz="4050" b="1">
                <a:solidFill>
                  <a:srgbClr val="FFFFFF"/>
                </a:solidFill>
                <a:latin typeface="Arial"/>
                <a:ea typeface="Arial"/>
                <a:cs typeface="Arial"/>
              </a:defRPr>
            </a:lvl8pPr>
            <a:lvl9pPr>
              <a:defRPr sz="4050" b="1">
                <a:solidFill>
                  <a:srgbClr val="FFFFFF"/>
                </a:solidFill>
                <a:latin typeface="Arial"/>
                <a:ea typeface="Arial"/>
                <a:cs typeface="Arial"/>
              </a:defRPr>
            </a:lvl9pPr>
          </a:lstStyle>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Cashier video review</a:t>
            </a:r>
          </a:p>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with timestamped evidence</a:t>
            </a:r>
          </a:p>
        </p:txBody>
      </p:sp>
      <p:sp>
        <p:nvSpPr>
          <p:cNvPr id="5" name="ForteBank Datathon 26 prototype">
            <a:extLst xmlns:a="http://schemas.openxmlformats.org/drawingml/2006/main">
              <a:ext uri="{FF2B5EF4-FFF2-40B4-BE49-F238E27FC236}">
                <a16:creationId xmlns:a16="http://schemas.microsoft.com/office/drawing/2014/main" id="{603A5292-4471-4227-B1FA-70401C98FA50}"/>
              </a:ext>
            </a:extLst>
          </p:cNvPr>
          <p:cNvSpPr>
            <a:spLocks xmlns:a="http://schemas.openxmlformats.org/drawingml/2006/main" noGrp="1"/>
          </p:cNvSpPr>
          <p:nvPr/>
        </p:nvSpPr>
        <p:spPr>
          <a:xfrm xmlns:a="http://schemas.openxmlformats.org/drawingml/2006/main">
            <a:off x="638175" y="41910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35D4BE"/>
                </a:solidFill>
                <a:latin typeface="Arial"/>
                <a:ea typeface="Arial"/>
                <a:cs typeface="Arial"/>
              </a:defRPr>
            </a:defPPr>
            <a:lvl1pPr>
              <a:defRPr sz="2100" b="0">
                <a:solidFill>
                  <a:srgbClr val="35D4BE"/>
                </a:solidFill>
                <a:latin typeface="Arial"/>
                <a:ea typeface="Arial"/>
                <a:cs typeface="Arial"/>
              </a:defRPr>
            </a:lvl1pPr>
            <a:lvl2pPr>
              <a:defRPr sz="2100" b="0">
                <a:solidFill>
                  <a:srgbClr val="35D4BE"/>
                </a:solidFill>
                <a:latin typeface="Arial"/>
                <a:ea typeface="Arial"/>
                <a:cs typeface="Arial"/>
              </a:defRPr>
            </a:lvl2pPr>
            <a:lvl3pPr>
              <a:defRPr sz="2100" b="0">
                <a:solidFill>
                  <a:srgbClr val="35D4BE"/>
                </a:solidFill>
                <a:latin typeface="Arial"/>
                <a:ea typeface="Arial"/>
                <a:cs typeface="Arial"/>
              </a:defRPr>
            </a:lvl3pPr>
            <a:lvl4pPr>
              <a:defRPr sz="2100" b="0">
                <a:solidFill>
                  <a:srgbClr val="35D4BE"/>
                </a:solidFill>
                <a:latin typeface="Arial"/>
                <a:ea typeface="Arial"/>
                <a:cs typeface="Arial"/>
              </a:defRPr>
            </a:lvl4pPr>
            <a:lvl5pPr>
              <a:defRPr sz="2100" b="0">
                <a:solidFill>
                  <a:srgbClr val="35D4BE"/>
                </a:solidFill>
                <a:latin typeface="Arial"/>
                <a:ea typeface="Arial"/>
                <a:cs typeface="Arial"/>
              </a:defRPr>
            </a:lvl5pPr>
            <a:lvl6pPr>
              <a:defRPr sz="2100" b="0">
                <a:solidFill>
                  <a:srgbClr val="35D4BE"/>
                </a:solidFill>
                <a:latin typeface="Arial"/>
                <a:ea typeface="Arial"/>
                <a:cs typeface="Arial"/>
              </a:defRPr>
            </a:lvl6pPr>
            <a:lvl7pPr>
              <a:defRPr sz="2100" b="0">
                <a:solidFill>
                  <a:srgbClr val="35D4BE"/>
                </a:solidFill>
                <a:latin typeface="Arial"/>
                <a:ea typeface="Arial"/>
                <a:cs typeface="Arial"/>
              </a:defRPr>
            </a:lvl7pPr>
            <a:lvl8pPr>
              <a:defRPr sz="2100" b="0">
                <a:solidFill>
                  <a:srgbClr val="35D4BE"/>
                </a:solidFill>
                <a:latin typeface="Arial"/>
                <a:ea typeface="Arial"/>
                <a:cs typeface="Arial"/>
              </a:defRPr>
            </a:lvl8pPr>
            <a:lvl9pPr>
              <a:defRPr sz="2100" b="0">
                <a:solidFill>
                  <a:srgbClr val="35D4BE"/>
                </a:solidFill>
                <a:latin typeface="Arial"/>
                <a:ea typeface="Arial"/>
                <a:cs typeface="Arial"/>
              </a:defRPr>
            </a:lvl9pPr>
          </a:lstStyle>
          <a:p xmlns:a="http://schemas.openxmlformats.org/drawingml/2006/main">
            <a:pPr>
              <a:defRPr sz="2100" b="0">
                <a:solidFill>
                  <a:srgbClr val="35D4BE"/>
                </a:solidFill>
                <a:latin typeface="Arial"/>
                <a:ea typeface="Arial"/>
                <a:cs typeface="Arial"/>
              </a:defRPr>
            </a:pPr>
            <a:r>
              <a:rPr sz="2100" b="0">
                <a:solidFill>
                  <a:srgbClr val="35D4BE"/>
                </a:solidFill>
                <a:latin typeface="Arial"/>
                <a:ea typeface="Arial"/>
                <a:cs typeface="Arial"/>
              </a:rPr>
              <a:t>ForteBank Datathon 26 prototype</a:t>
            </a:r>
          </a:p>
        </p:txBody>
      </p:sp>
      <p:sp>
        <p:nvSpPr>
          <p:cNvPr id="6" name="Local inference. Human review.">
            <a:extLst xmlns:a="http://schemas.openxmlformats.org/drawingml/2006/main">
              <a:ext uri="{FF2B5EF4-FFF2-40B4-BE49-F238E27FC236}">
                <a16:creationId xmlns:a16="http://schemas.microsoft.com/office/drawing/2014/main" id="{5F436CE0-8D5E-40B0-A617-256E54F7F66C}"/>
              </a:ext>
            </a:extLst>
          </p:cNvPr>
          <p:cNvSpPr>
            <a:spLocks xmlns:a="http://schemas.openxmlformats.org/drawingml/2006/main" noGrp="1"/>
          </p:cNvSpPr>
          <p:nvPr/>
        </p:nvSpPr>
        <p:spPr>
          <a:xfrm xmlns:a="http://schemas.openxmlformats.org/drawingml/2006/main">
            <a:off x="638175" y="48577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B3C3D0"/>
                </a:solidFill>
                <a:latin typeface="Arial"/>
                <a:ea typeface="Arial"/>
                <a:cs typeface="Arial"/>
              </a:defRPr>
            </a:defPPr>
            <a:lvl1pPr>
              <a:defRPr sz="2100" b="0">
                <a:solidFill>
                  <a:srgbClr val="B3C3D0"/>
                </a:solidFill>
                <a:latin typeface="Arial"/>
                <a:ea typeface="Arial"/>
                <a:cs typeface="Arial"/>
              </a:defRPr>
            </a:lvl1pPr>
            <a:lvl2pPr>
              <a:defRPr sz="2100" b="0">
                <a:solidFill>
                  <a:srgbClr val="B3C3D0"/>
                </a:solidFill>
                <a:latin typeface="Arial"/>
                <a:ea typeface="Arial"/>
                <a:cs typeface="Arial"/>
              </a:defRPr>
            </a:lvl2pPr>
            <a:lvl3pPr>
              <a:defRPr sz="2100" b="0">
                <a:solidFill>
                  <a:srgbClr val="B3C3D0"/>
                </a:solidFill>
                <a:latin typeface="Arial"/>
                <a:ea typeface="Arial"/>
                <a:cs typeface="Arial"/>
              </a:defRPr>
            </a:lvl3pPr>
            <a:lvl4pPr>
              <a:defRPr sz="2100" b="0">
                <a:solidFill>
                  <a:srgbClr val="B3C3D0"/>
                </a:solidFill>
                <a:latin typeface="Arial"/>
                <a:ea typeface="Arial"/>
                <a:cs typeface="Arial"/>
              </a:defRPr>
            </a:lvl4pPr>
            <a:lvl5pPr>
              <a:defRPr sz="2100" b="0">
                <a:solidFill>
                  <a:srgbClr val="B3C3D0"/>
                </a:solidFill>
                <a:latin typeface="Arial"/>
                <a:ea typeface="Arial"/>
                <a:cs typeface="Arial"/>
              </a:defRPr>
            </a:lvl5pPr>
            <a:lvl6pPr>
              <a:defRPr sz="2100" b="0">
                <a:solidFill>
                  <a:srgbClr val="B3C3D0"/>
                </a:solidFill>
                <a:latin typeface="Arial"/>
                <a:ea typeface="Arial"/>
                <a:cs typeface="Arial"/>
              </a:defRPr>
            </a:lvl6pPr>
            <a:lvl7pPr>
              <a:defRPr sz="2100" b="0">
                <a:solidFill>
                  <a:srgbClr val="B3C3D0"/>
                </a:solidFill>
                <a:latin typeface="Arial"/>
                <a:ea typeface="Arial"/>
                <a:cs typeface="Arial"/>
              </a:defRPr>
            </a:lvl7pPr>
            <a:lvl8pPr>
              <a:defRPr sz="2100" b="0">
                <a:solidFill>
                  <a:srgbClr val="B3C3D0"/>
                </a:solidFill>
                <a:latin typeface="Arial"/>
                <a:ea typeface="Arial"/>
                <a:cs typeface="Arial"/>
              </a:defRPr>
            </a:lvl8pPr>
            <a:lvl9pPr>
              <a:defRPr sz="2100" b="0">
                <a:solidFill>
                  <a:srgbClr val="B3C3D0"/>
                </a:solidFill>
                <a:latin typeface="Arial"/>
                <a:ea typeface="Arial"/>
                <a:cs typeface="Arial"/>
              </a:defRPr>
            </a:lvl9pPr>
          </a:lstStyle>
          <a:p xmlns:a="http://schemas.openxmlformats.org/drawingml/2006/main">
            <a:pPr>
              <a:defRPr sz="2100" b="0">
                <a:solidFill>
                  <a:srgbClr val="B3C3D0"/>
                </a:solidFill>
                <a:latin typeface="Arial"/>
                <a:ea typeface="Arial"/>
                <a:cs typeface="Arial"/>
              </a:defRPr>
            </a:pPr>
            <a:r>
              <a:rPr sz="2100" b="0">
                <a:solidFill>
                  <a:srgbClr val="B3C3D0"/>
                </a:solidFill>
                <a:latin typeface="Arial"/>
                <a:ea typeface="Arial"/>
                <a:cs typeface="Arial"/>
              </a:rPr>
              <a:t>Local inference. Human review.</a:t>
            </a:r>
          </a:p>
        </p:txBody>
      </p:sp>
      <p:sp>
        <p:nvSpPr>
          <p:cNvPr id="7" name="github.com/Asylkenei/clearity">
            <a:extLst xmlns:a="http://schemas.openxmlformats.org/drawingml/2006/main">
              <a:ext uri="{FF2B5EF4-FFF2-40B4-BE49-F238E27FC236}">
                <a16:creationId xmlns:a16="http://schemas.microsoft.com/office/drawing/2014/main" id="{96E9BB3D-4395-4D6D-8F2C-E1DF8ED2DFD2}"/>
              </a:ext>
            </a:extLst>
          </p:cNvPr>
          <p:cNvSpPr>
            <a:spLocks xmlns:a="http://schemas.openxmlformats.org/drawingml/2006/main" noGrp="1"/>
          </p:cNvSpPr>
          <p:nvPr/>
        </p:nvSpPr>
        <p:spPr>
          <a:xfrm xmlns:a="http://schemas.openxmlformats.org/drawingml/2006/main">
            <a:off x="638175" y="603885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3C3D0"/>
                </a:solidFill>
                <a:latin typeface="Arial"/>
                <a:ea typeface="Arial"/>
                <a:cs typeface="Arial"/>
              </a:defRPr>
            </a:defPPr>
            <a:lvl1pPr>
              <a:defRPr sz="1500" b="0">
                <a:solidFill>
                  <a:srgbClr val="B3C3D0"/>
                </a:solidFill>
                <a:latin typeface="Arial"/>
                <a:ea typeface="Arial"/>
                <a:cs typeface="Arial"/>
              </a:defRPr>
            </a:lvl1pPr>
            <a:lvl2pPr>
              <a:defRPr sz="1500" b="0">
                <a:solidFill>
                  <a:srgbClr val="B3C3D0"/>
                </a:solidFill>
                <a:latin typeface="Arial"/>
                <a:ea typeface="Arial"/>
                <a:cs typeface="Arial"/>
              </a:defRPr>
            </a:lvl2pPr>
            <a:lvl3pPr>
              <a:defRPr sz="1500" b="0">
                <a:solidFill>
                  <a:srgbClr val="B3C3D0"/>
                </a:solidFill>
                <a:latin typeface="Arial"/>
                <a:ea typeface="Arial"/>
                <a:cs typeface="Arial"/>
              </a:defRPr>
            </a:lvl3pPr>
            <a:lvl4pPr>
              <a:defRPr sz="1500" b="0">
                <a:solidFill>
                  <a:srgbClr val="B3C3D0"/>
                </a:solidFill>
                <a:latin typeface="Arial"/>
                <a:ea typeface="Arial"/>
                <a:cs typeface="Arial"/>
              </a:defRPr>
            </a:lvl4pPr>
            <a:lvl5pPr>
              <a:defRPr sz="1500" b="0">
                <a:solidFill>
                  <a:srgbClr val="B3C3D0"/>
                </a:solidFill>
                <a:latin typeface="Arial"/>
                <a:ea typeface="Arial"/>
                <a:cs typeface="Arial"/>
              </a:defRPr>
            </a:lvl5pPr>
            <a:lvl6pPr>
              <a:defRPr sz="1500" b="0">
                <a:solidFill>
                  <a:srgbClr val="B3C3D0"/>
                </a:solidFill>
                <a:latin typeface="Arial"/>
                <a:ea typeface="Arial"/>
                <a:cs typeface="Arial"/>
              </a:defRPr>
            </a:lvl6pPr>
            <a:lvl7pPr>
              <a:defRPr sz="1500" b="0">
                <a:solidFill>
                  <a:srgbClr val="B3C3D0"/>
                </a:solidFill>
                <a:latin typeface="Arial"/>
                <a:ea typeface="Arial"/>
                <a:cs typeface="Arial"/>
              </a:defRPr>
            </a:lvl7pPr>
            <a:lvl8pPr>
              <a:defRPr sz="1500" b="0">
                <a:solidFill>
                  <a:srgbClr val="B3C3D0"/>
                </a:solidFill>
                <a:latin typeface="Arial"/>
                <a:ea typeface="Arial"/>
                <a:cs typeface="Arial"/>
              </a:defRPr>
            </a:lvl8pPr>
            <a:lvl9pPr>
              <a:defRPr sz="1500" b="0">
                <a:solidFill>
                  <a:srgbClr val="B3C3D0"/>
                </a:solidFill>
                <a:latin typeface="Arial"/>
                <a:ea typeface="Arial"/>
                <a:cs typeface="Arial"/>
              </a:defRPr>
            </a:lvl9pPr>
          </a:lstStyle>
          <a:p xmlns:a="http://schemas.openxmlformats.org/drawingml/2006/main">
            <a:pPr>
              <a:defRPr sz="1500" b="0">
                <a:solidFill>
                  <a:srgbClr val="B3C3D0"/>
                </a:solidFill>
                <a:latin typeface="Arial"/>
                <a:ea typeface="Arial"/>
                <a:cs typeface="Arial"/>
              </a:defRPr>
            </a:pPr>
            <a:r>
              <a:rPr sz="1500" b="0">
                <a:solidFill>
                  <a:srgbClr val="B3C3D0"/>
                </a:solidFill>
                <a:latin typeface="Arial"/>
                <a:ea typeface="Arial"/>
                <a:cs typeface="Arial"/>
              </a:rPr>
              <a:t>github.com/Asylkenei/clearity</a:t>
            </a:r>
          </a:p>
        </p:txBody>
      </p:sp>
    </p:spTree>
    <p:extLst>
      <p:ext uri="{BB962C8B-B14F-4D97-AF65-F5344CB8AC3E}">
        <p14:creationId xmlns:p14="http://schemas.microsoft.com/office/powerpoint/2010/main" val="5028564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LEARITY">
            <a:extLst xmlns:a="http://schemas.openxmlformats.org/drawingml/2006/main">
              <a:ext uri="{FF2B5EF4-FFF2-40B4-BE49-F238E27FC236}">
                <a16:creationId xmlns:a16="http://schemas.microsoft.com/office/drawing/2014/main" id="{1B8E5600-3CFD-4F63-97C2-E8666FDB90E5}"/>
              </a:ext>
            </a:extLst>
          </p:cNvPr>
          <p:cNvSpPr>
            <a:spLocks xmlns:a="http://schemas.openxmlformats.org/drawingml/2006/main" noGrp="1"/>
          </p:cNvSpPr>
          <p:nvPr/>
        </p:nvSpPr>
        <p:spPr>
          <a:xfrm xmlns:a="http://schemas.openxmlformats.org/drawingml/2006/main">
            <a:off x="609600" y="33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36B7B"/>
                </a:solidFill>
                <a:latin typeface="Arial"/>
                <a:ea typeface="Arial"/>
                <a:cs typeface="Arial"/>
              </a:defRPr>
            </a:defPPr>
            <a:lvl1pPr>
              <a:defRPr sz="1350" b="1">
                <a:solidFill>
                  <a:srgbClr val="536B7B"/>
                </a:solidFill>
                <a:latin typeface="Arial"/>
                <a:ea typeface="Arial"/>
                <a:cs typeface="Arial"/>
              </a:defRPr>
            </a:lvl1pPr>
            <a:lvl2pPr>
              <a:defRPr sz="1350" b="1">
                <a:solidFill>
                  <a:srgbClr val="536B7B"/>
                </a:solidFill>
                <a:latin typeface="Arial"/>
                <a:ea typeface="Arial"/>
                <a:cs typeface="Arial"/>
              </a:defRPr>
            </a:lvl2pPr>
            <a:lvl3pPr>
              <a:defRPr sz="1350" b="1">
                <a:solidFill>
                  <a:srgbClr val="536B7B"/>
                </a:solidFill>
                <a:latin typeface="Arial"/>
                <a:ea typeface="Arial"/>
                <a:cs typeface="Arial"/>
              </a:defRPr>
            </a:lvl3pPr>
            <a:lvl4pPr>
              <a:defRPr sz="1350" b="1">
                <a:solidFill>
                  <a:srgbClr val="536B7B"/>
                </a:solidFill>
                <a:latin typeface="Arial"/>
                <a:ea typeface="Arial"/>
                <a:cs typeface="Arial"/>
              </a:defRPr>
            </a:lvl4pPr>
            <a:lvl5pPr>
              <a:defRPr sz="1350" b="1">
                <a:solidFill>
                  <a:srgbClr val="536B7B"/>
                </a:solidFill>
                <a:latin typeface="Arial"/>
                <a:ea typeface="Arial"/>
                <a:cs typeface="Arial"/>
              </a:defRPr>
            </a:lvl5pPr>
            <a:lvl6pPr>
              <a:defRPr sz="1350" b="1">
                <a:solidFill>
                  <a:srgbClr val="536B7B"/>
                </a:solidFill>
                <a:latin typeface="Arial"/>
                <a:ea typeface="Arial"/>
                <a:cs typeface="Arial"/>
              </a:defRPr>
            </a:lvl6pPr>
            <a:lvl7pPr>
              <a:defRPr sz="1350" b="1">
                <a:solidFill>
                  <a:srgbClr val="536B7B"/>
                </a:solidFill>
                <a:latin typeface="Arial"/>
                <a:ea typeface="Arial"/>
                <a:cs typeface="Arial"/>
              </a:defRPr>
            </a:lvl7pPr>
            <a:lvl8pPr>
              <a:defRPr sz="1350" b="1">
                <a:solidFill>
                  <a:srgbClr val="536B7B"/>
                </a:solidFill>
                <a:latin typeface="Arial"/>
                <a:ea typeface="Arial"/>
                <a:cs typeface="Arial"/>
              </a:defRPr>
            </a:lvl8pPr>
            <a:lvl9pPr>
              <a:defRPr sz="1350" b="1">
                <a:solidFill>
                  <a:srgbClr val="536B7B"/>
                </a:solidFill>
                <a:latin typeface="Arial"/>
                <a:ea typeface="Arial"/>
                <a:cs typeface="Arial"/>
              </a:defRPr>
            </a:lvl9pPr>
          </a:lstStyle>
          <a:p xmlns:a="http://schemas.openxmlformats.org/drawingml/2006/main">
            <a:pPr>
              <a:defRPr sz="1350" b="1">
                <a:solidFill>
                  <a:srgbClr val="536B7B"/>
                </a:solidFill>
                <a:latin typeface="Arial"/>
                <a:ea typeface="Arial"/>
                <a:cs typeface="Arial"/>
              </a:defRPr>
            </a:pPr>
            <a:r>
              <a:rPr sz="1350" b="1">
                <a:solidFill>
                  <a:srgbClr val="536B7B"/>
                </a:solidFill>
                <a:latin typeface="Arial"/>
                <a:ea typeface="Arial"/>
                <a:cs typeface="Arial"/>
              </a:rPr>
              <a:t>CLEARITY</a:t>
            </a:r>
          </a:p>
        </p:txBody>
      </p:sp>
      <p:sp>
        <p:nvSpPr>
          <p:cNvPr id="2" name="02 / 07">
            <a:extLst xmlns:a="http://schemas.openxmlformats.org/drawingml/2006/main">
              <a:ext uri="{FF2B5EF4-FFF2-40B4-BE49-F238E27FC236}">
                <a16:creationId xmlns:a16="http://schemas.microsoft.com/office/drawing/2014/main" id="{3B159551-8E2F-4576-916B-550E4C059636}"/>
              </a:ext>
            </a:extLst>
          </p:cNvPr>
          <p:cNvSpPr>
            <a:spLocks xmlns:a="http://schemas.openxmlformats.org/drawingml/2006/main" noGrp="1"/>
          </p:cNvSpPr>
          <p:nvPr/>
        </p:nvSpPr>
        <p:spPr>
          <a:xfrm xmlns:a="http://schemas.openxmlformats.org/drawingml/2006/main">
            <a:off x="10572750" y="333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7B"/>
                </a:solidFill>
                <a:latin typeface="Arial"/>
                <a:ea typeface="Arial"/>
                <a:cs typeface="Arial"/>
              </a:defRPr>
            </a:defPPr>
            <a:lvl1pPr>
              <a:defRPr sz="1350" b="0">
                <a:solidFill>
                  <a:srgbClr val="536B7B"/>
                </a:solidFill>
                <a:latin typeface="Arial"/>
                <a:ea typeface="Arial"/>
                <a:cs typeface="Arial"/>
              </a:defRPr>
            </a:lvl1pPr>
            <a:lvl2pPr>
              <a:defRPr sz="1350" b="0">
                <a:solidFill>
                  <a:srgbClr val="536B7B"/>
                </a:solidFill>
                <a:latin typeface="Arial"/>
                <a:ea typeface="Arial"/>
                <a:cs typeface="Arial"/>
              </a:defRPr>
            </a:lvl2pPr>
            <a:lvl3pPr>
              <a:defRPr sz="1350" b="0">
                <a:solidFill>
                  <a:srgbClr val="536B7B"/>
                </a:solidFill>
                <a:latin typeface="Arial"/>
                <a:ea typeface="Arial"/>
                <a:cs typeface="Arial"/>
              </a:defRPr>
            </a:lvl3pPr>
            <a:lvl4pPr>
              <a:defRPr sz="1350" b="0">
                <a:solidFill>
                  <a:srgbClr val="536B7B"/>
                </a:solidFill>
                <a:latin typeface="Arial"/>
                <a:ea typeface="Arial"/>
                <a:cs typeface="Arial"/>
              </a:defRPr>
            </a:lvl4pPr>
            <a:lvl5pPr>
              <a:defRPr sz="1350" b="0">
                <a:solidFill>
                  <a:srgbClr val="536B7B"/>
                </a:solidFill>
                <a:latin typeface="Arial"/>
                <a:ea typeface="Arial"/>
                <a:cs typeface="Arial"/>
              </a:defRPr>
            </a:lvl5pPr>
            <a:lvl6pPr>
              <a:defRPr sz="1350" b="0">
                <a:solidFill>
                  <a:srgbClr val="536B7B"/>
                </a:solidFill>
                <a:latin typeface="Arial"/>
                <a:ea typeface="Arial"/>
                <a:cs typeface="Arial"/>
              </a:defRPr>
            </a:lvl6pPr>
            <a:lvl7pPr>
              <a:defRPr sz="1350" b="0">
                <a:solidFill>
                  <a:srgbClr val="536B7B"/>
                </a:solidFill>
                <a:latin typeface="Arial"/>
                <a:ea typeface="Arial"/>
                <a:cs typeface="Arial"/>
              </a:defRPr>
            </a:lvl7pPr>
            <a:lvl8pPr>
              <a:defRPr sz="1350" b="0">
                <a:solidFill>
                  <a:srgbClr val="536B7B"/>
                </a:solidFill>
                <a:latin typeface="Arial"/>
                <a:ea typeface="Arial"/>
                <a:cs typeface="Arial"/>
              </a:defRPr>
            </a:lvl8pPr>
            <a:lvl9pPr>
              <a:defRPr sz="1350" b="0">
                <a:solidFill>
                  <a:srgbClr val="536B7B"/>
                </a:solidFill>
                <a:latin typeface="Arial"/>
                <a:ea typeface="Arial"/>
                <a:cs typeface="Arial"/>
              </a:defRPr>
            </a:lvl9pPr>
          </a:lstStyle>
          <a:p xmlns:a="http://schemas.openxmlformats.org/drawingml/2006/main">
            <a:pPr>
              <a:defRPr sz="1350" b="0">
                <a:solidFill>
                  <a:srgbClr val="536B7B"/>
                </a:solidFill>
                <a:latin typeface="Arial"/>
                <a:ea typeface="Arial"/>
                <a:cs typeface="Arial"/>
              </a:defRPr>
            </a:pPr>
            <a:r>
              <a:rPr sz="1350" b="0">
                <a:solidFill>
                  <a:srgbClr val="536B7B"/>
                </a:solidFill>
                <a:latin typeface="Arial"/>
                <a:ea typeface="Arial"/>
                <a:cs typeface="Arial"/>
              </a:rPr>
              <a:t>02 / 07</a:t>
            </a:r>
          </a:p>
        </p:txBody>
      </p:sp>
      <p:sp>
        <p:nvSpPr>
          <p:cNvPr id="3" name="The manual review problem">
            <a:extLst xmlns:a="http://schemas.openxmlformats.org/drawingml/2006/main">
              <a:ext uri="{FF2B5EF4-FFF2-40B4-BE49-F238E27FC236}">
                <a16:creationId xmlns:a16="http://schemas.microsoft.com/office/drawing/2014/main" id="{964A3456-E0A4-4C6D-A281-F7ADEA2DCA4F}"/>
              </a:ext>
            </a:extLst>
          </p:cNvPr>
          <p:cNvSpPr>
            <a:spLocks xmlns:a="http://schemas.openxmlformats.org/drawingml/2006/main" noGrp="1"/>
          </p:cNvSpPr>
          <p:nvPr/>
        </p:nvSpPr>
        <p:spPr>
          <a:xfrm xmlns:a="http://schemas.openxmlformats.org/drawingml/2006/main">
            <a:off x="609600" y="93345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32E40"/>
                </a:solidFill>
                <a:latin typeface="Arial"/>
                <a:ea typeface="Arial"/>
                <a:cs typeface="Arial"/>
              </a:defRPr>
            </a:defPPr>
            <a:lvl1pPr>
              <a:defRPr sz="3300" b="1">
                <a:solidFill>
                  <a:srgbClr val="132E40"/>
                </a:solidFill>
                <a:latin typeface="Arial"/>
                <a:ea typeface="Arial"/>
                <a:cs typeface="Arial"/>
              </a:defRPr>
            </a:lvl1pPr>
            <a:lvl2pPr>
              <a:defRPr sz="3300" b="1">
                <a:solidFill>
                  <a:srgbClr val="132E40"/>
                </a:solidFill>
                <a:latin typeface="Arial"/>
                <a:ea typeface="Arial"/>
                <a:cs typeface="Arial"/>
              </a:defRPr>
            </a:lvl2pPr>
            <a:lvl3pPr>
              <a:defRPr sz="3300" b="1">
                <a:solidFill>
                  <a:srgbClr val="132E40"/>
                </a:solidFill>
                <a:latin typeface="Arial"/>
                <a:ea typeface="Arial"/>
                <a:cs typeface="Arial"/>
              </a:defRPr>
            </a:lvl3pPr>
            <a:lvl4pPr>
              <a:defRPr sz="3300" b="1">
                <a:solidFill>
                  <a:srgbClr val="132E40"/>
                </a:solidFill>
                <a:latin typeface="Arial"/>
                <a:ea typeface="Arial"/>
                <a:cs typeface="Arial"/>
              </a:defRPr>
            </a:lvl4pPr>
            <a:lvl5pPr>
              <a:defRPr sz="3300" b="1">
                <a:solidFill>
                  <a:srgbClr val="132E40"/>
                </a:solidFill>
                <a:latin typeface="Arial"/>
                <a:ea typeface="Arial"/>
                <a:cs typeface="Arial"/>
              </a:defRPr>
            </a:lvl5pPr>
            <a:lvl6pPr>
              <a:defRPr sz="3300" b="1">
                <a:solidFill>
                  <a:srgbClr val="132E40"/>
                </a:solidFill>
                <a:latin typeface="Arial"/>
                <a:ea typeface="Arial"/>
                <a:cs typeface="Arial"/>
              </a:defRPr>
            </a:lvl6pPr>
            <a:lvl7pPr>
              <a:defRPr sz="3300" b="1">
                <a:solidFill>
                  <a:srgbClr val="132E40"/>
                </a:solidFill>
                <a:latin typeface="Arial"/>
                <a:ea typeface="Arial"/>
                <a:cs typeface="Arial"/>
              </a:defRPr>
            </a:lvl7pPr>
            <a:lvl8pPr>
              <a:defRPr sz="3300" b="1">
                <a:solidFill>
                  <a:srgbClr val="132E40"/>
                </a:solidFill>
                <a:latin typeface="Arial"/>
                <a:ea typeface="Arial"/>
                <a:cs typeface="Arial"/>
              </a:defRPr>
            </a:lvl8pPr>
            <a:lvl9pPr>
              <a:defRPr sz="3300" b="1">
                <a:solidFill>
                  <a:srgbClr val="132E40"/>
                </a:solidFill>
                <a:latin typeface="Arial"/>
                <a:ea typeface="Arial"/>
                <a:cs typeface="Arial"/>
              </a:defRPr>
            </a:lvl9pPr>
          </a:lstStyle>
          <a:p xmlns:a="http://schemas.openxmlformats.org/drawingml/2006/main">
            <a:pPr>
              <a:defRPr sz="3300" b="1">
                <a:solidFill>
                  <a:srgbClr val="132E40"/>
                </a:solidFill>
                <a:latin typeface="Arial"/>
                <a:ea typeface="Arial"/>
                <a:cs typeface="Arial"/>
              </a:defRPr>
            </a:pPr>
            <a:r>
              <a:rPr sz="3300" b="1">
                <a:solidFill>
                  <a:srgbClr val="132E40"/>
                </a:solidFill>
                <a:latin typeface="Arial"/>
                <a:ea typeface="Arial"/>
                <a:cs typeface="Arial"/>
              </a:rPr>
              <a:t>The manual review problem</a:t>
            </a:r>
          </a:p>
        </p:txBody>
      </p:sp>
      <p:sp>
        <p:nvSpPr>
          <p:cNvPr id="4" name="Brief actions demand attention">
            <a:extLst xmlns:a="http://schemas.openxmlformats.org/drawingml/2006/main">
              <a:ext uri="{FF2B5EF4-FFF2-40B4-BE49-F238E27FC236}">
                <a16:creationId xmlns:a16="http://schemas.microsoft.com/office/drawing/2014/main" id="{B0B5B427-F7A2-44E8-87D6-0E58399EBEED}"/>
              </a:ext>
            </a:extLst>
          </p:cNvPr>
          <p:cNvSpPr>
            <a:spLocks xmlns:a="http://schemas.openxmlformats.org/drawingml/2006/main" noGrp="1"/>
          </p:cNvSpPr>
          <p:nvPr/>
        </p:nvSpPr>
        <p:spPr>
          <a:xfrm xmlns:a="http://schemas.openxmlformats.org/drawingml/2006/main">
            <a:off x="609600" y="2238375"/>
            <a:ext cx="566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32E40"/>
                </a:solidFill>
                <a:latin typeface="Arial"/>
                <a:ea typeface="Arial"/>
                <a:cs typeface="Arial"/>
              </a:defRPr>
            </a:defPPr>
            <a:lvl1pPr>
              <a:defRPr sz="2400" b="1">
                <a:solidFill>
                  <a:srgbClr val="132E40"/>
                </a:solidFill>
                <a:latin typeface="Arial"/>
                <a:ea typeface="Arial"/>
                <a:cs typeface="Arial"/>
              </a:defRPr>
            </a:lvl1pPr>
            <a:lvl2pPr>
              <a:defRPr sz="2400" b="1">
                <a:solidFill>
                  <a:srgbClr val="132E40"/>
                </a:solidFill>
                <a:latin typeface="Arial"/>
                <a:ea typeface="Arial"/>
                <a:cs typeface="Arial"/>
              </a:defRPr>
            </a:lvl2pPr>
            <a:lvl3pPr>
              <a:defRPr sz="2400" b="1">
                <a:solidFill>
                  <a:srgbClr val="132E40"/>
                </a:solidFill>
                <a:latin typeface="Arial"/>
                <a:ea typeface="Arial"/>
                <a:cs typeface="Arial"/>
              </a:defRPr>
            </a:lvl3pPr>
            <a:lvl4pPr>
              <a:defRPr sz="2400" b="1">
                <a:solidFill>
                  <a:srgbClr val="132E40"/>
                </a:solidFill>
                <a:latin typeface="Arial"/>
                <a:ea typeface="Arial"/>
                <a:cs typeface="Arial"/>
              </a:defRPr>
            </a:lvl4pPr>
            <a:lvl5pPr>
              <a:defRPr sz="2400" b="1">
                <a:solidFill>
                  <a:srgbClr val="132E40"/>
                </a:solidFill>
                <a:latin typeface="Arial"/>
                <a:ea typeface="Arial"/>
                <a:cs typeface="Arial"/>
              </a:defRPr>
            </a:lvl5pPr>
            <a:lvl6pPr>
              <a:defRPr sz="2400" b="1">
                <a:solidFill>
                  <a:srgbClr val="132E40"/>
                </a:solidFill>
                <a:latin typeface="Arial"/>
                <a:ea typeface="Arial"/>
                <a:cs typeface="Arial"/>
              </a:defRPr>
            </a:lvl6pPr>
            <a:lvl7pPr>
              <a:defRPr sz="2400" b="1">
                <a:solidFill>
                  <a:srgbClr val="132E40"/>
                </a:solidFill>
                <a:latin typeface="Arial"/>
                <a:ea typeface="Arial"/>
                <a:cs typeface="Arial"/>
              </a:defRPr>
            </a:lvl7pPr>
            <a:lvl8pPr>
              <a:defRPr sz="2400" b="1">
                <a:solidFill>
                  <a:srgbClr val="132E40"/>
                </a:solidFill>
                <a:latin typeface="Arial"/>
                <a:ea typeface="Arial"/>
                <a:cs typeface="Arial"/>
              </a:defRPr>
            </a:lvl8pPr>
            <a:lvl9pPr>
              <a:defRPr sz="2400" b="1">
                <a:solidFill>
                  <a:srgbClr val="132E40"/>
                </a:solidFill>
                <a:latin typeface="Arial"/>
                <a:ea typeface="Arial"/>
                <a:cs typeface="Arial"/>
              </a:defRPr>
            </a:lvl9pPr>
          </a:lstStyle>
          <a:p xmlns:a="http://schemas.openxmlformats.org/drawingml/2006/main">
            <a:pPr>
              <a:defRPr sz="2400" b="1">
                <a:solidFill>
                  <a:srgbClr val="132E40"/>
                </a:solidFill>
                <a:latin typeface="Arial"/>
                <a:ea typeface="Arial"/>
                <a:cs typeface="Arial"/>
              </a:defRPr>
            </a:pPr>
            <a:r>
              <a:rPr sz="2400" b="1">
                <a:solidFill>
                  <a:srgbClr val="132E40"/>
                </a:solidFill>
                <a:latin typeface="Arial"/>
                <a:ea typeface="Arial"/>
                <a:cs typeface="Arial"/>
              </a:rPr>
              <a:t>Brief actions demand attention</a:t>
            </a:r>
          </a:p>
        </p:txBody>
      </p:sp>
      <p:sp>
        <p:nvSpPr>
          <p:cNvPr id="5" name="Silent footage lacks transaction context.&#10;Occlusion and">
            <a:extLst xmlns:a="http://schemas.openxmlformats.org/drawingml/2006/main">
              <a:ext uri="{FF2B5EF4-FFF2-40B4-BE49-F238E27FC236}">
                <a16:creationId xmlns:a16="http://schemas.microsoft.com/office/drawing/2014/main" id="{AF1AAE6B-D85B-4458-A5C7-5EA0505AD450}"/>
              </a:ext>
            </a:extLst>
          </p:cNvPr>
          <p:cNvSpPr>
            <a:spLocks xmlns:a="http://schemas.openxmlformats.org/drawingml/2006/main" noGrp="1"/>
          </p:cNvSpPr>
          <p:nvPr/>
        </p:nvSpPr>
        <p:spPr>
          <a:xfrm xmlns:a="http://schemas.openxmlformats.org/drawingml/2006/main">
            <a:off x="609600" y="2952750"/>
            <a:ext cx="638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B7B"/>
                </a:solidFill>
                <a:latin typeface="Arial"/>
                <a:ea typeface="Arial"/>
                <a:cs typeface="Arial"/>
              </a:defRPr>
            </a:defPPr>
            <a:lvl1pPr>
              <a:defRPr sz="2100" b="0">
                <a:solidFill>
                  <a:srgbClr val="536B7B"/>
                </a:solidFill>
                <a:latin typeface="Arial"/>
                <a:ea typeface="Arial"/>
                <a:cs typeface="Arial"/>
              </a:defRPr>
            </a:lvl1pPr>
            <a:lvl2pPr>
              <a:defRPr sz="2100" b="0">
                <a:solidFill>
                  <a:srgbClr val="536B7B"/>
                </a:solidFill>
                <a:latin typeface="Arial"/>
                <a:ea typeface="Arial"/>
                <a:cs typeface="Arial"/>
              </a:defRPr>
            </a:lvl2pPr>
            <a:lvl3pPr>
              <a:defRPr sz="2100" b="0">
                <a:solidFill>
                  <a:srgbClr val="536B7B"/>
                </a:solidFill>
                <a:latin typeface="Arial"/>
                <a:ea typeface="Arial"/>
                <a:cs typeface="Arial"/>
              </a:defRPr>
            </a:lvl3pPr>
            <a:lvl4pPr>
              <a:defRPr sz="2100" b="0">
                <a:solidFill>
                  <a:srgbClr val="536B7B"/>
                </a:solidFill>
                <a:latin typeface="Arial"/>
                <a:ea typeface="Arial"/>
                <a:cs typeface="Arial"/>
              </a:defRPr>
            </a:lvl4pPr>
            <a:lvl5pPr>
              <a:defRPr sz="2100" b="0">
                <a:solidFill>
                  <a:srgbClr val="536B7B"/>
                </a:solidFill>
                <a:latin typeface="Arial"/>
                <a:ea typeface="Arial"/>
                <a:cs typeface="Arial"/>
              </a:defRPr>
            </a:lvl5pPr>
            <a:lvl6pPr>
              <a:defRPr sz="2100" b="0">
                <a:solidFill>
                  <a:srgbClr val="536B7B"/>
                </a:solidFill>
                <a:latin typeface="Arial"/>
                <a:ea typeface="Arial"/>
                <a:cs typeface="Arial"/>
              </a:defRPr>
            </a:lvl6pPr>
            <a:lvl7pPr>
              <a:defRPr sz="2100" b="0">
                <a:solidFill>
                  <a:srgbClr val="536B7B"/>
                </a:solidFill>
                <a:latin typeface="Arial"/>
                <a:ea typeface="Arial"/>
                <a:cs typeface="Arial"/>
              </a:defRPr>
            </a:lvl7pPr>
            <a:lvl8pPr>
              <a:defRPr sz="2100" b="0">
                <a:solidFill>
                  <a:srgbClr val="536B7B"/>
                </a:solidFill>
                <a:latin typeface="Arial"/>
                <a:ea typeface="Arial"/>
                <a:cs typeface="Arial"/>
              </a:defRPr>
            </a:lvl8pPr>
            <a:lvl9pPr>
              <a:defRPr sz="2100" b="0">
                <a:solidFill>
                  <a:srgbClr val="536B7B"/>
                </a:solidFill>
                <a:latin typeface="Arial"/>
                <a:ea typeface="Arial"/>
                <a:cs typeface="Arial"/>
              </a:defRPr>
            </a:lvl9pPr>
          </a:lstStyle>
          <a:p xmlns:a="http://schemas.openxmlformats.org/drawingml/2006/main">
            <a:pPr>
              <a:defRPr sz="2100" b="0">
                <a:solidFill>
                  <a:srgbClr val="536B7B"/>
                </a:solidFill>
                <a:latin typeface="Arial"/>
                <a:ea typeface="Arial"/>
                <a:cs typeface="Arial"/>
              </a:defRPr>
            </a:pPr>
            <a:r>
              <a:rPr sz="2100" b="0">
                <a:solidFill>
                  <a:srgbClr val="536B7B"/>
                </a:solidFill>
                <a:latin typeface="Arial"/>
                <a:ea typeface="Arial"/>
                <a:cs typeface="Arial"/>
              </a:rPr>
              <a:t>Silent footage lacks transaction context.</a:t>
            </a:r>
          </a:p>
          <a:p xmlns:a="http://schemas.openxmlformats.org/drawingml/2006/main">
            <a:pPr>
              <a:defRPr sz="2100" b="0">
                <a:solidFill>
                  <a:srgbClr val="536B7B"/>
                </a:solidFill>
                <a:latin typeface="Arial"/>
                <a:ea typeface="Arial"/>
                <a:cs typeface="Arial"/>
              </a:defRPr>
            </a:pPr>
            <a:r>
              <a:rPr sz="2100" b="0">
                <a:solidFill>
                  <a:srgbClr val="536B7B"/>
                </a:solidFill>
                <a:latin typeface="Arial"/>
                <a:ea typeface="Arial"/>
                <a:cs typeface="Arial"/>
              </a:rPr>
              <a:t>Occlusion and camera angle limit what is visible.</a:t>
            </a:r>
          </a:p>
        </p:txBody>
      </p:sp>
      <p:sp>
        <p:nvSpPr>
          <p:cNvPr id="6" name="">
            <a:extLst xmlns:a="http://schemas.openxmlformats.org/drawingml/2006/main">
              <a:ext uri="{FF2B5EF4-FFF2-40B4-BE49-F238E27FC236}">
                <a16:creationId xmlns:a16="http://schemas.microsoft.com/office/drawing/2014/main" id="{02305A99-8ADA-4195-8014-C551B748781A}"/>
              </a:ext>
            </a:extLst>
          </p:cNvPr>
          <p:cNvSpPr>
            <a:spLocks xmlns:a="http://schemas.openxmlformats.org/drawingml/2006/main" noGrp="1"/>
          </p:cNvSpPr>
          <p:nvPr/>
        </p:nvSpPr>
        <p:spPr>
          <a:xfrm xmlns:a="http://schemas.openxmlformats.org/drawingml/2006/main">
            <a:off x="609600" y="4505325"/>
            <a:ext cx="6191250" cy="0"/>
          </a:xfrm>
          <a:prstGeom xmlns:a="http://schemas.openxmlformats.org/drawingml/2006/main" prst="line">
            <a:avLst/>
          </a:prstGeom>
          <a:ln xmlns:a="http://schemas.openxmlformats.org/drawingml/2006/main" w="19050">
            <a:solidFill>
              <a:srgbClr val="D4E0E6"/>
            </a:solidFill>
          </a:ln>
        </p:spPr>
      </p:sp>
      <p:sp>
        <p:nvSpPr>
          <p:cNvPr id="7" name="A visual signal requires human interpretation.">
            <a:extLst xmlns:a="http://schemas.openxmlformats.org/drawingml/2006/main">
              <a:ext uri="{FF2B5EF4-FFF2-40B4-BE49-F238E27FC236}">
                <a16:creationId xmlns:a16="http://schemas.microsoft.com/office/drawing/2014/main" id="{9705261E-72FA-4040-804E-36B149CB099C}"/>
              </a:ext>
            </a:extLst>
          </p:cNvPr>
          <p:cNvSpPr>
            <a:spLocks xmlns:a="http://schemas.openxmlformats.org/drawingml/2006/main" noGrp="1"/>
          </p:cNvSpPr>
          <p:nvPr/>
        </p:nvSpPr>
        <p:spPr>
          <a:xfrm xmlns:a="http://schemas.openxmlformats.org/drawingml/2006/main">
            <a:off x="609600" y="485775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32E40"/>
                </a:solidFill>
                <a:latin typeface="Arial"/>
                <a:ea typeface="Arial"/>
                <a:cs typeface="Arial"/>
              </a:defRPr>
            </a:defPPr>
            <a:lvl1pPr>
              <a:defRPr sz="2175" b="1">
                <a:solidFill>
                  <a:srgbClr val="132E40"/>
                </a:solidFill>
                <a:latin typeface="Arial"/>
                <a:ea typeface="Arial"/>
                <a:cs typeface="Arial"/>
              </a:defRPr>
            </a:lvl1pPr>
            <a:lvl2pPr>
              <a:defRPr sz="2175" b="1">
                <a:solidFill>
                  <a:srgbClr val="132E40"/>
                </a:solidFill>
                <a:latin typeface="Arial"/>
                <a:ea typeface="Arial"/>
                <a:cs typeface="Arial"/>
              </a:defRPr>
            </a:lvl2pPr>
            <a:lvl3pPr>
              <a:defRPr sz="2175" b="1">
                <a:solidFill>
                  <a:srgbClr val="132E40"/>
                </a:solidFill>
                <a:latin typeface="Arial"/>
                <a:ea typeface="Arial"/>
                <a:cs typeface="Arial"/>
              </a:defRPr>
            </a:lvl3pPr>
            <a:lvl4pPr>
              <a:defRPr sz="2175" b="1">
                <a:solidFill>
                  <a:srgbClr val="132E40"/>
                </a:solidFill>
                <a:latin typeface="Arial"/>
                <a:ea typeface="Arial"/>
                <a:cs typeface="Arial"/>
              </a:defRPr>
            </a:lvl4pPr>
            <a:lvl5pPr>
              <a:defRPr sz="2175" b="1">
                <a:solidFill>
                  <a:srgbClr val="132E40"/>
                </a:solidFill>
                <a:latin typeface="Arial"/>
                <a:ea typeface="Arial"/>
                <a:cs typeface="Arial"/>
              </a:defRPr>
            </a:lvl5pPr>
            <a:lvl6pPr>
              <a:defRPr sz="2175" b="1">
                <a:solidFill>
                  <a:srgbClr val="132E40"/>
                </a:solidFill>
                <a:latin typeface="Arial"/>
                <a:ea typeface="Arial"/>
                <a:cs typeface="Arial"/>
              </a:defRPr>
            </a:lvl6pPr>
            <a:lvl7pPr>
              <a:defRPr sz="2175" b="1">
                <a:solidFill>
                  <a:srgbClr val="132E40"/>
                </a:solidFill>
                <a:latin typeface="Arial"/>
                <a:ea typeface="Arial"/>
                <a:cs typeface="Arial"/>
              </a:defRPr>
            </a:lvl7pPr>
            <a:lvl8pPr>
              <a:defRPr sz="2175" b="1">
                <a:solidFill>
                  <a:srgbClr val="132E40"/>
                </a:solidFill>
                <a:latin typeface="Arial"/>
                <a:ea typeface="Arial"/>
                <a:cs typeface="Arial"/>
              </a:defRPr>
            </a:lvl8pPr>
            <a:lvl9pPr>
              <a:defRPr sz="2175" b="1">
                <a:solidFill>
                  <a:srgbClr val="132E40"/>
                </a:solidFill>
                <a:latin typeface="Arial"/>
                <a:ea typeface="Arial"/>
                <a:cs typeface="Arial"/>
              </a:defRPr>
            </a:lvl9pPr>
          </a:lstStyle>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A visual signal requires human interpretation.</a:t>
            </a:r>
          </a:p>
        </p:txBody>
      </p:sp>
      <p:sp>
        <p:nvSpPr>
          <p:cNvPr id="8" name="10–145 s">
            <a:extLst xmlns:a="http://schemas.openxmlformats.org/drawingml/2006/main">
              <a:ext uri="{FF2B5EF4-FFF2-40B4-BE49-F238E27FC236}">
                <a16:creationId xmlns:a16="http://schemas.microsoft.com/office/drawing/2014/main" id="{521C7947-C385-44D4-A034-04EEB866EE90}"/>
              </a:ext>
            </a:extLst>
          </p:cNvPr>
          <p:cNvSpPr>
            <a:spLocks xmlns:a="http://schemas.openxmlformats.org/drawingml/2006/main" noGrp="1"/>
          </p:cNvSpPr>
          <p:nvPr/>
        </p:nvSpPr>
        <p:spPr>
          <a:xfrm xmlns:a="http://schemas.openxmlformats.org/drawingml/2006/main">
            <a:off x="8239125" y="2247900"/>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32E40"/>
                </a:solidFill>
                <a:latin typeface="Arial"/>
                <a:ea typeface="Arial"/>
                <a:cs typeface="Arial"/>
              </a:defRPr>
            </a:defPPr>
            <a:lvl1pPr>
              <a:defRPr sz="4050" b="1">
                <a:solidFill>
                  <a:srgbClr val="132E40"/>
                </a:solidFill>
                <a:latin typeface="Arial"/>
                <a:ea typeface="Arial"/>
                <a:cs typeface="Arial"/>
              </a:defRPr>
            </a:lvl1pPr>
            <a:lvl2pPr>
              <a:defRPr sz="4050" b="1">
                <a:solidFill>
                  <a:srgbClr val="132E40"/>
                </a:solidFill>
                <a:latin typeface="Arial"/>
                <a:ea typeface="Arial"/>
                <a:cs typeface="Arial"/>
              </a:defRPr>
            </a:lvl2pPr>
            <a:lvl3pPr>
              <a:defRPr sz="4050" b="1">
                <a:solidFill>
                  <a:srgbClr val="132E40"/>
                </a:solidFill>
                <a:latin typeface="Arial"/>
                <a:ea typeface="Arial"/>
                <a:cs typeface="Arial"/>
              </a:defRPr>
            </a:lvl3pPr>
            <a:lvl4pPr>
              <a:defRPr sz="4050" b="1">
                <a:solidFill>
                  <a:srgbClr val="132E40"/>
                </a:solidFill>
                <a:latin typeface="Arial"/>
                <a:ea typeface="Arial"/>
                <a:cs typeface="Arial"/>
              </a:defRPr>
            </a:lvl4pPr>
            <a:lvl5pPr>
              <a:defRPr sz="4050" b="1">
                <a:solidFill>
                  <a:srgbClr val="132E40"/>
                </a:solidFill>
                <a:latin typeface="Arial"/>
                <a:ea typeface="Arial"/>
                <a:cs typeface="Arial"/>
              </a:defRPr>
            </a:lvl5pPr>
            <a:lvl6pPr>
              <a:defRPr sz="4050" b="1">
                <a:solidFill>
                  <a:srgbClr val="132E40"/>
                </a:solidFill>
                <a:latin typeface="Arial"/>
                <a:ea typeface="Arial"/>
                <a:cs typeface="Arial"/>
              </a:defRPr>
            </a:lvl6pPr>
            <a:lvl7pPr>
              <a:defRPr sz="4050" b="1">
                <a:solidFill>
                  <a:srgbClr val="132E40"/>
                </a:solidFill>
                <a:latin typeface="Arial"/>
                <a:ea typeface="Arial"/>
                <a:cs typeface="Arial"/>
              </a:defRPr>
            </a:lvl7pPr>
            <a:lvl8pPr>
              <a:defRPr sz="4050" b="1">
                <a:solidFill>
                  <a:srgbClr val="132E40"/>
                </a:solidFill>
                <a:latin typeface="Arial"/>
                <a:ea typeface="Arial"/>
                <a:cs typeface="Arial"/>
              </a:defRPr>
            </a:lvl8pPr>
            <a:lvl9pPr>
              <a:defRPr sz="4050" b="1">
                <a:solidFill>
                  <a:srgbClr val="132E40"/>
                </a:solidFill>
                <a:latin typeface="Arial"/>
                <a:ea typeface="Arial"/>
                <a:cs typeface="Arial"/>
              </a:defRPr>
            </a:lvl9pPr>
          </a:lstStyle>
          <a:p xmlns:a="http://schemas.openxmlformats.org/drawingml/2006/main">
            <a:pPr>
              <a:defRPr sz="4050" b="1">
                <a:solidFill>
                  <a:srgbClr val="132E40"/>
                </a:solidFill>
                <a:latin typeface="Arial"/>
                <a:ea typeface="Arial"/>
                <a:cs typeface="Arial"/>
              </a:defRPr>
            </a:pPr>
            <a:r>
              <a:rPr sz="4050" b="1">
                <a:solidFill>
                  <a:srgbClr val="132E40"/>
                </a:solidFill>
                <a:latin typeface="Arial"/>
                <a:ea typeface="Arial"/>
                <a:cs typeface="Arial"/>
              </a:rPr>
              <a:t>10–145 s</a:t>
            </a:r>
          </a:p>
        </p:txBody>
      </p:sp>
      <p:sp>
        <p:nvSpPr>
          <p:cNvPr id="9" name="jury video duration">
            <a:extLst xmlns:a="http://schemas.openxmlformats.org/drawingml/2006/main">
              <a:ext uri="{FF2B5EF4-FFF2-40B4-BE49-F238E27FC236}">
                <a16:creationId xmlns:a16="http://schemas.microsoft.com/office/drawing/2014/main" id="{C45E400E-8230-4FF9-9CED-A02697BAD18B}"/>
              </a:ext>
            </a:extLst>
          </p:cNvPr>
          <p:cNvSpPr>
            <a:spLocks xmlns:a="http://schemas.openxmlformats.org/drawingml/2006/main" noGrp="1"/>
          </p:cNvSpPr>
          <p:nvPr/>
        </p:nvSpPr>
        <p:spPr>
          <a:xfrm xmlns:a="http://schemas.openxmlformats.org/drawingml/2006/main">
            <a:off x="8267700" y="31051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6B7B"/>
                </a:solidFill>
                <a:latin typeface="Arial"/>
                <a:ea typeface="Arial"/>
                <a:cs typeface="Arial"/>
              </a:defRPr>
            </a:defPPr>
            <a:lvl1pPr>
              <a:defRPr sz="1800" b="0">
                <a:solidFill>
                  <a:srgbClr val="536B7B"/>
                </a:solidFill>
                <a:latin typeface="Arial"/>
                <a:ea typeface="Arial"/>
                <a:cs typeface="Arial"/>
              </a:defRPr>
            </a:lvl1pPr>
            <a:lvl2pPr>
              <a:defRPr sz="1800" b="0">
                <a:solidFill>
                  <a:srgbClr val="536B7B"/>
                </a:solidFill>
                <a:latin typeface="Arial"/>
                <a:ea typeface="Arial"/>
                <a:cs typeface="Arial"/>
              </a:defRPr>
            </a:lvl2pPr>
            <a:lvl3pPr>
              <a:defRPr sz="1800" b="0">
                <a:solidFill>
                  <a:srgbClr val="536B7B"/>
                </a:solidFill>
                <a:latin typeface="Arial"/>
                <a:ea typeface="Arial"/>
                <a:cs typeface="Arial"/>
              </a:defRPr>
            </a:lvl3pPr>
            <a:lvl4pPr>
              <a:defRPr sz="1800" b="0">
                <a:solidFill>
                  <a:srgbClr val="536B7B"/>
                </a:solidFill>
                <a:latin typeface="Arial"/>
                <a:ea typeface="Arial"/>
                <a:cs typeface="Arial"/>
              </a:defRPr>
            </a:lvl4pPr>
            <a:lvl5pPr>
              <a:defRPr sz="1800" b="0">
                <a:solidFill>
                  <a:srgbClr val="536B7B"/>
                </a:solidFill>
                <a:latin typeface="Arial"/>
                <a:ea typeface="Arial"/>
                <a:cs typeface="Arial"/>
              </a:defRPr>
            </a:lvl5pPr>
            <a:lvl6pPr>
              <a:defRPr sz="1800" b="0">
                <a:solidFill>
                  <a:srgbClr val="536B7B"/>
                </a:solidFill>
                <a:latin typeface="Arial"/>
                <a:ea typeface="Arial"/>
                <a:cs typeface="Arial"/>
              </a:defRPr>
            </a:lvl6pPr>
            <a:lvl7pPr>
              <a:defRPr sz="1800" b="0">
                <a:solidFill>
                  <a:srgbClr val="536B7B"/>
                </a:solidFill>
                <a:latin typeface="Arial"/>
                <a:ea typeface="Arial"/>
                <a:cs typeface="Arial"/>
              </a:defRPr>
            </a:lvl7pPr>
            <a:lvl8pPr>
              <a:defRPr sz="1800" b="0">
                <a:solidFill>
                  <a:srgbClr val="536B7B"/>
                </a:solidFill>
                <a:latin typeface="Arial"/>
                <a:ea typeface="Arial"/>
                <a:cs typeface="Arial"/>
              </a:defRPr>
            </a:lvl8pPr>
            <a:lvl9pPr>
              <a:defRPr sz="1800" b="0">
                <a:solidFill>
                  <a:srgbClr val="536B7B"/>
                </a:solidFill>
                <a:latin typeface="Arial"/>
                <a:ea typeface="Arial"/>
                <a:cs typeface="Arial"/>
              </a:defRPr>
            </a:lvl9pPr>
          </a:lstStyle>
          <a:p xmlns:a="http://schemas.openxmlformats.org/drawingml/2006/main">
            <a:pPr>
              <a:defRPr sz="1800" b="0">
                <a:solidFill>
                  <a:srgbClr val="536B7B"/>
                </a:solidFill>
                <a:latin typeface="Arial"/>
                <a:ea typeface="Arial"/>
                <a:cs typeface="Arial"/>
              </a:defRPr>
            </a:pPr>
            <a:r>
              <a:rPr sz="1800" b="0">
                <a:solidFill>
                  <a:srgbClr val="536B7B"/>
                </a:solidFill>
                <a:latin typeface="Arial"/>
                <a:ea typeface="Arial"/>
                <a:cs typeface="Arial"/>
              </a:rPr>
              <a:t>jury video duration</a:t>
            </a:r>
          </a:p>
        </p:txBody>
      </p:sp>
      <p:sp>
        <p:nvSpPr>
          <p:cNvPr id="10" name="≤ 5 min">
            <a:extLst xmlns:a="http://schemas.openxmlformats.org/drawingml/2006/main">
              <a:ext uri="{FF2B5EF4-FFF2-40B4-BE49-F238E27FC236}">
                <a16:creationId xmlns:a16="http://schemas.microsoft.com/office/drawing/2014/main" id="{D05BF5D7-3317-4AD1-9626-46CBDC931EAE}"/>
              </a:ext>
            </a:extLst>
          </p:cNvPr>
          <p:cNvSpPr>
            <a:spLocks xmlns:a="http://schemas.openxmlformats.org/drawingml/2006/main" noGrp="1"/>
          </p:cNvSpPr>
          <p:nvPr/>
        </p:nvSpPr>
        <p:spPr>
          <a:xfrm xmlns:a="http://schemas.openxmlformats.org/drawingml/2006/main">
            <a:off x="8239125" y="416242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32E40"/>
                </a:solidFill>
                <a:latin typeface="Arial"/>
                <a:ea typeface="Arial"/>
                <a:cs typeface="Arial"/>
              </a:defRPr>
            </a:defPPr>
            <a:lvl1pPr>
              <a:defRPr sz="4050" b="1">
                <a:solidFill>
                  <a:srgbClr val="132E40"/>
                </a:solidFill>
                <a:latin typeface="Arial"/>
                <a:ea typeface="Arial"/>
                <a:cs typeface="Arial"/>
              </a:defRPr>
            </a:lvl1pPr>
            <a:lvl2pPr>
              <a:defRPr sz="4050" b="1">
                <a:solidFill>
                  <a:srgbClr val="132E40"/>
                </a:solidFill>
                <a:latin typeface="Arial"/>
                <a:ea typeface="Arial"/>
                <a:cs typeface="Arial"/>
              </a:defRPr>
            </a:lvl2pPr>
            <a:lvl3pPr>
              <a:defRPr sz="4050" b="1">
                <a:solidFill>
                  <a:srgbClr val="132E40"/>
                </a:solidFill>
                <a:latin typeface="Arial"/>
                <a:ea typeface="Arial"/>
                <a:cs typeface="Arial"/>
              </a:defRPr>
            </a:lvl3pPr>
            <a:lvl4pPr>
              <a:defRPr sz="4050" b="1">
                <a:solidFill>
                  <a:srgbClr val="132E40"/>
                </a:solidFill>
                <a:latin typeface="Arial"/>
                <a:ea typeface="Arial"/>
                <a:cs typeface="Arial"/>
              </a:defRPr>
            </a:lvl4pPr>
            <a:lvl5pPr>
              <a:defRPr sz="4050" b="1">
                <a:solidFill>
                  <a:srgbClr val="132E40"/>
                </a:solidFill>
                <a:latin typeface="Arial"/>
                <a:ea typeface="Arial"/>
                <a:cs typeface="Arial"/>
              </a:defRPr>
            </a:lvl5pPr>
            <a:lvl6pPr>
              <a:defRPr sz="4050" b="1">
                <a:solidFill>
                  <a:srgbClr val="132E40"/>
                </a:solidFill>
                <a:latin typeface="Arial"/>
                <a:ea typeface="Arial"/>
                <a:cs typeface="Arial"/>
              </a:defRPr>
            </a:lvl6pPr>
            <a:lvl7pPr>
              <a:defRPr sz="4050" b="1">
                <a:solidFill>
                  <a:srgbClr val="132E40"/>
                </a:solidFill>
                <a:latin typeface="Arial"/>
                <a:ea typeface="Arial"/>
                <a:cs typeface="Arial"/>
              </a:defRPr>
            </a:lvl7pPr>
            <a:lvl8pPr>
              <a:defRPr sz="4050" b="1">
                <a:solidFill>
                  <a:srgbClr val="132E40"/>
                </a:solidFill>
                <a:latin typeface="Arial"/>
                <a:ea typeface="Arial"/>
                <a:cs typeface="Arial"/>
              </a:defRPr>
            </a:lvl8pPr>
            <a:lvl9pPr>
              <a:defRPr sz="4050" b="1">
                <a:solidFill>
                  <a:srgbClr val="132E40"/>
                </a:solidFill>
                <a:latin typeface="Arial"/>
                <a:ea typeface="Arial"/>
                <a:cs typeface="Arial"/>
              </a:defRPr>
            </a:lvl9pPr>
          </a:lstStyle>
          <a:p xmlns:a="http://schemas.openxmlformats.org/drawingml/2006/main">
            <a:pPr>
              <a:defRPr sz="4050" b="1">
                <a:solidFill>
                  <a:srgbClr val="132E40"/>
                </a:solidFill>
                <a:latin typeface="Arial"/>
                <a:ea typeface="Arial"/>
                <a:cs typeface="Arial"/>
              </a:defRPr>
            </a:pPr>
            <a:r>
              <a:rPr sz="4050" b="1">
                <a:solidFill>
                  <a:srgbClr val="132E40"/>
                </a:solidFill>
                <a:latin typeface="Arial"/>
                <a:ea typeface="Arial"/>
                <a:cs typeface="Arial"/>
              </a:rPr>
              <a:t>≤ 5 min</a:t>
            </a:r>
          </a:p>
        </p:txBody>
      </p:sp>
      <p:sp>
        <p:nvSpPr>
          <p:cNvPr id="11" name="required processing limit">
            <a:extLst xmlns:a="http://schemas.openxmlformats.org/drawingml/2006/main">
              <a:ext uri="{FF2B5EF4-FFF2-40B4-BE49-F238E27FC236}">
                <a16:creationId xmlns:a16="http://schemas.microsoft.com/office/drawing/2014/main" id="{1BD72973-356E-452F-8284-FC2CB6E682A9}"/>
              </a:ext>
            </a:extLst>
          </p:cNvPr>
          <p:cNvSpPr>
            <a:spLocks xmlns:a="http://schemas.openxmlformats.org/drawingml/2006/main" noGrp="1"/>
          </p:cNvSpPr>
          <p:nvPr/>
        </p:nvSpPr>
        <p:spPr>
          <a:xfrm xmlns:a="http://schemas.openxmlformats.org/drawingml/2006/main">
            <a:off x="8267700" y="50387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6B7B"/>
                </a:solidFill>
                <a:latin typeface="Arial"/>
                <a:ea typeface="Arial"/>
                <a:cs typeface="Arial"/>
              </a:defRPr>
            </a:defPPr>
            <a:lvl1pPr>
              <a:defRPr sz="1800" b="0">
                <a:solidFill>
                  <a:srgbClr val="536B7B"/>
                </a:solidFill>
                <a:latin typeface="Arial"/>
                <a:ea typeface="Arial"/>
                <a:cs typeface="Arial"/>
              </a:defRPr>
            </a:lvl1pPr>
            <a:lvl2pPr>
              <a:defRPr sz="1800" b="0">
                <a:solidFill>
                  <a:srgbClr val="536B7B"/>
                </a:solidFill>
                <a:latin typeface="Arial"/>
                <a:ea typeface="Arial"/>
                <a:cs typeface="Arial"/>
              </a:defRPr>
            </a:lvl2pPr>
            <a:lvl3pPr>
              <a:defRPr sz="1800" b="0">
                <a:solidFill>
                  <a:srgbClr val="536B7B"/>
                </a:solidFill>
                <a:latin typeface="Arial"/>
                <a:ea typeface="Arial"/>
                <a:cs typeface="Arial"/>
              </a:defRPr>
            </a:lvl3pPr>
            <a:lvl4pPr>
              <a:defRPr sz="1800" b="0">
                <a:solidFill>
                  <a:srgbClr val="536B7B"/>
                </a:solidFill>
                <a:latin typeface="Arial"/>
                <a:ea typeface="Arial"/>
                <a:cs typeface="Arial"/>
              </a:defRPr>
            </a:lvl4pPr>
            <a:lvl5pPr>
              <a:defRPr sz="1800" b="0">
                <a:solidFill>
                  <a:srgbClr val="536B7B"/>
                </a:solidFill>
                <a:latin typeface="Arial"/>
                <a:ea typeface="Arial"/>
                <a:cs typeface="Arial"/>
              </a:defRPr>
            </a:lvl5pPr>
            <a:lvl6pPr>
              <a:defRPr sz="1800" b="0">
                <a:solidFill>
                  <a:srgbClr val="536B7B"/>
                </a:solidFill>
                <a:latin typeface="Arial"/>
                <a:ea typeface="Arial"/>
                <a:cs typeface="Arial"/>
              </a:defRPr>
            </a:lvl6pPr>
            <a:lvl7pPr>
              <a:defRPr sz="1800" b="0">
                <a:solidFill>
                  <a:srgbClr val="536B7B"/>
                </a:solidFill>
                <a:latin typeface="Arial"/>
                <a:ea typeface="Arial"/>
                <a:cs typeface="Arial"/>
              </a:defRPr>
            </a:lvl7pPr>
            <a:lvl8pPr>
              <a:defRPr sz="1800" b="0">
                <a:solidFill>
                  <a:srgbClr val="536B7B"/>
                </a:solidFill>
                <a:latin typeface="Arial"/>
                <a:ea typeface="Arial"/>
                <a:cs typeface="Arial"/>
              </a:defRPr>
            </a:lvl8pPr>
            <a:lvl9pPr>
              <a:defRPr sz="1800" b="0">
                <a:solidFill>
                  <a:srgbClr val="536B7B"/>
                </a:solidFill>
                <a:latin typeface="Arial"/>
                <a:ea typeface="Arial"/>
                <a:cs typeface="Arial"/>
              </a:defRPr>
            </a:lvl9pPr>
          </a:lstStyle>
          <a:p xmlns:a="http://schemas.openxmlformats.org/drawingml/2006/main">
            <a:pPr>
              <a:defRPr sz="1800" b="0">
                <a:solidFill>
                  <a:srgbClr val="536B7B"/>
                </a:solidFill>
                <a:latin typeface="Arial"/>
                <a:ea typeface="Arial"/>
                <a:cs typeface="Arial"/>
              </a:defRPr>
            </a:pPr>
            <a:r>
              <a:rPr sz="1800" b="0">
                <a:solidFill>
                  <a:srgbClr val="536B7B"/>
                </a:solidFill>
                <a:latin typeface="Arial"/>
                <a:ea typeface="Arial"/>
                <a:cs typeface="Arial"/>
              </a:rPr>
              <a:t>required processing limit</a:t>
            </a:r>
          </a:p>
        </p:txBody>
      </p:sp>
      <p:sp>
        <p:nvSpPr>
          <p:cNvPr id="12" name="Input format: MOV, approximately 29 MB per video">
            <a:extLst xmlns:a="http://schemas.openxmlformats.org/drawingml/2006/main">
              <a:ext uri="{FF2B5EF4-FFF2-40B4-BE49-F238E27FC236}">
                <a16:creationId xmlns:a16="http://schemas.microsoft.com/office/drawing/2014/main" id="{DD0AA676-273E-4562-B7FD-3206A7CA5715}"/>
              </a:ext>
            </a:extLst>
          </p:cNvPr>
          <p:cNvSpPr>
            <a:spLocks xmlns:a="http://schemas.openxmlformats.org/drawingml/2006/main" noGrp="1"/>
          </p:cNvSpPr>
          <p:nvPr/>
        </p:nvSpPr>
        <p:spPr>
          <a:xfrm xmlns:a="http://schemas.openxmlformats.org/drawingml/2006/main">
            <a:off x="609600" y="62103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6B7B"/>
                </a:solidFill>
                <a:latin typeface="Arial"/>
                <a:ea typeface="Arial"/>
                <a:cs typeface="Arial"/>
              </a:defRPr>
            </a:defPPr>
            <a:lvl1pPr>
              <a:defRPr sz="1500" b="0">
                <a:solidFill>
                  <a:srgbClr val="536B7B"/>
                </a:solidFill>
                <a:latin typeface="Arial"/>
                <a:ea typeface="Arial"/>
                <a:cs typeface="Arial"/>
              </a:defRPr>
            </a:lvl1pPr>
            <a:lvl2pPr>
              <a:defRPr sz="1500" b="0">
                <a:solidFill>
                  <a:srgbClr val="536B7B"/>
                </a:solidFill>
                <a:latin typeface="Arial"/>
                <a:ea typeface="Arial"/>
                <a:cs typeface="Arial"/>
              </a:defRPr>
            </a:lvl2pPr>
            <a:lvl3pPr>
              <a:defRPr sz="1500" b="0">
                <a:solidFill>
                  <a:srgbClr val="536B7B"/>
                </a:solidFill>
                <a:latin typeface="Arial"/>
                <a:ea typeface="Arial"/>
                <a:cs typeface="Arial"/>
              </a:defRPr>
            </a:lvl3pPr>
            <a:lvl4pPr>
              <a:defRPr sz="1500" b="0">
                <a:solidFill>
                  <a:srgbClr val="536B7B"/>
                </a:solidFill>
                <a:latin typeface="Arial"/>
                <a:ea typeface="Arial"/>
                <a:cs typeface="Arial"/>
              </a:defRPr>
            </a:lvl4pPr>
            <a:lvl5pPr>
              <a:defRPr sz="1500" b="0">
                <a:solidFill>
                  <a:srgbClr val="536B7B"/>
                </a:solidFill>
                <a:latin typeface="Arial"/>
                <a:ea typeface="Arial"/>
                <a:cs typeface="Arial"/>
              </a:defRPr>
            </a:lvl5pPr>
            <a:lvl6pPr>
              <a:defRPr sz="1500" b="0">
                <a:solidFill>
                  <a:srgbClr val="536B7B"/>
                </a:solidFill>
                <a:latin typeface="Arial"/>
                <a:ea typeface="Arial"/>
                <a:cs typeface="Arial"/>
              </a:defRPr>
            </a:lvl6pPr>
            <a:lvl7pPr>
              <a:defRPr sz="1500" b="0">
                <a:solidFill>
                  <a:srgbClr val="536B7B"/>
                </a:solidFill>
                <a:latin typeface="Arial"/>
                <a:ea typeface="Arial"/>
                <a:cs typeface="Arial"/>
              </a:defRPr>
            </a:lvl7pPr>
            <a:lvl8pPr>
              <a:defRPr sz="1500" b="0">
                <a:solidFill>
                  <a:srgbClr val="536B7B"/>
                </a:solidFill>
                <a:latin typeface="Arial"/>
                <a:ea typeface="Arial"/>
                <a:cs typeface="Arial"/>
              </a:defRPr>
            </a:lvl8pPr>
            <a:lvl9pPr>
              <a:defRPr sz="1500" b="0">
                <a:solidFill>
                  <a:srgbClr val="536B7B"/>
                </a:solidFill>
                <a:latin typeface="Arial"/>
                <a:ea typeface="Arial"/>
                <a:cs typeface="Arial"/>
              </a:defRPr>
            </a:lvl9pPr>
          </a:lstStyle>
          <a:p xmlns:a="http://schemas.openxmlformats.org/drawingml/2006/main">
            <a:pPr>
              <a:defRPr sz="1500" b="0">
                <a:solidFill>
                  <a:srgbClr val="536B7B"/>
                </a:solidFill>
                <a:latin typeface="Arial"/>
                <a:ea typeface="Arial"/>
                <a:cs typeface="Arial"/>
              </a:defRPr>
            </a:pPr>
            <a:r>
              <a:rPr sz="1500" b="0">
                <a:solidFill>
                  <a:srgbClr val="536B7B"/>
                </a:solidFill>
                <a:latin typeface="Arial"/>
                <a:ea typeface="Arial"/>
                <a:cs typeface="Arial"/>
              </a:rPr>
              <a:t>Input format: MOV, approximately 29 MB per video</a:t>
            </a:r>
          </a:p>
        </p:txBody>
      </p:sp>
    </p:spTree>
    <p:extLst>
      <p:ext uri="{BB962C8B-B14F-4D97-AF65-F5344CB8AC3E}">
        <p14:creationId xmlns:p14="http://schemas.microsoft.com/office/powerpoint/2010/main" val="18416052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9EFD39FE-04AE-420C-92F5-AE73921E2726}"/>
              </a:ext>
            </a:extLst>
          </p:cNvPr>
          <p:cNvCxnSpPr>
            <a:stCxn xmlns:a="http://schemas.openxmlformats.org/drawingml/2006/main" id="6" idx="3"/>
            <a:endCxn xmlns:a="http://schemas.openxmlformats.org/drawingml/2006/main" id="7" idx="1"/>
          </p:cNvCxnSpPr>
          <p:nvPr/>
        </p:nvCxnSpPr>
        <p:spPr>
          <a:xfrm xmlns:a="http://schemas.openxmlformats.org/drawingml/2006/main">
            <a:off x="8648700" y="2733675"/>
            <a:ext cx="304800" cy="0"/>
          </a:xfrm>
          <a:prstGeom xmlns:a="http://schemas.openxmlformats.org/drawingml/2006/main" prst="straightConnector1">
            <a:avLst/>
          </a:prstGeom>
          <a:ln xmlns:a="http://schemas.openxmlformats.org/drawingml/2006/main" w="28575">
            <a:solidFill>
              <a:srgbClr val="35D4BE"/>
            </a:solidFill>
            <a:tailEnd type="arrow" w="med" len="med"/>
          </a:ln>
        </p:spPr>
      </p:cxnSp>
      <p:cxnSp>
        <p:nvCxnSpPr>
          <p:cNvPr id="9" name="">
            <a:extLst xmlns:a="http://schemas.openxmlformats.org/drawingml/2006/main">
              <a:ext uri="{FF2B5EF4-FFF2-40B4-BE49-F238E27FC236}">
                <a16:creationId xmlns:a16="http://schemas.microsoft.com/office/drawing/2014/main" id="{BCEDC69F-76D4-4A69-B181-66ADF7FF2A5A}"/>
              </a:ext>
            </a:extLst>
          </p:cNvPr>
          <p:cNvCxnSpPr>
            <a:stCxn xmlns:a="http://schemas.openxmlformats.org/drawingml/2006/main" id="5" idx="3"/>
            <a:endCxn xmlns:a="http://schemas.openxmlformats.org/drawingml/2006/main" id="6" idx="1"/>
          </p:cNvCxnSpPr>
          <p:nvPr/>
        </p:nvCxnSpPr>
        <p:spPr>
          <a:xfrm xmlns:a="http://schemas.openxmlformats.org/drawingml/2006/main">
            <a:off x="5867400" y="2733675"/>
            <a:ext cx="304800" cy="0"/>
          </a:xfrm>
          <a:prstGeom xmlns:a="http://schemas.openxmlformats.org/drawingml/2006/main" prst="straightConnector1">
            <a:avLst/>
          </a:prstGeom>
          <a:ln xmlns:a="http://schemas.openxmlformats.org/drawingml/2006/main" w="28575">
            <a:solidFill>
              <a:srgbClr val="35D4BE"/>
            </a:solidFill>
            <a:tailEnd type="arrow" w="med" len="med"/>
          </a:ln>
        </p:spPr>
      </p:cxnSp>
      <p:cxnSp>
        <p:nvCxnSpPr>
          <p:cNvPr id="8" name="">
            <a:extLst xmlns:a="http://schemas.openxmlformats.org/drawingml/2006/main">
              <a:ext uri="{FF2B5EF4-FFF2-40B4-BE49-F238E27FC236}">
                <a16:creationId xmlns:a16="http://schemas.microsoft.com/office/drawing/2014/main" id="{CD45877A-C551-4AC2-B484-17CA7B573452}"/>
              </a:ext>
            </a:extLst>
          </p:cNvPr>
          <p:cNvCxnSpPr>
            <a:stCxn xmlns:a="http://schemas.openxmlformats.org/drawingml/2006/main" id="4" idx="3"/>
            <a:endCxn xmlns:a="http://schemas.openxmlformats.org/drawingml/2006/main" id="5" idx="1"/>
          </p:cNvCxnSpPr>
          <p:nvPr/>
        </p:nvCxnSpPr>
        <p:spPr>
          <a:xfrm xmlns:a="http://schemas.openxmlformats.org/drawingml/2006/main">
            <a:off x="3086100" y="2733675"/>
            <a:ext cx="304800" cy="0"/>
          </a:xfrm>
          <a:prstGeom xmlns:a="http://schemas.openxmlformats.org/drawingml/2006/main" prst="straightConnector1">
            <a:avLst/>
          </a:prstGeom>
          <a:ln xmlns:a="http://schemas.openxmlformats.org/drawingml/2006/main" w="28575">
            <a:solidFill>
              <a:srgbClr val="35D4BE"/>
            </a:solidFill>
            <a:tailEnd type="arrow" w="med" len="med"/>
          </a:ln>
        </p:spPr>
      </p:cxnSp>
      <p:sp>
        <p:nvSpPr>
          <p:cNvPr id="15" name="CLEARITY">
            <a:extLst xmlns:a="http://schemas.openxmlformats.org/drawingml/2006/main">
              <a:ext uri="{FF2B5EF4-FFF2-40B4-BE49-F238E27FC236}">
                <a16:creationId xmlns:a16="http://schemas.microsoft.com/office/drawing/2014/main" id="{B97D6402-27C0-41BE-BCC9-A44BBD64E028}"/>
              </a:ext>
            </a:extLst>
          </p:cNvPr>
          <p:cNvSpPr>
            <a:spLocks xmlns:a="http://schemas.openxmlformats.org/drawingml/2006/main" noGrp="1"/>
          </p:cNvSpPr>
          <p:nvPr/>
        </p:nvSpPr>
        <p:spPr>
          <a:xfrm xmlns:a="http://schemas.openxmlformats.org/drawingml/2006/main">
            <a:off x="609600" y="33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36B7B"/>
                </a:solidFill>
                <a:latin typeface="Arial"/>
                <a:ea typeface="Arial"/>
                <a:cs typeface="Arial"/>
              </a:defRPr>
            </a:defPPr>
            <a:lvl1pPr>
              <a:defRPr sz="1350" b="1">
                <a:solidFill>
                  <a:srgbClr val="536B7B"/>
                </a:solidFill>
                <a:latin typeface="Arial"/>
                <a:ea typeface="Arial"/>
                <a:cs typeface="Arial"/>
              </a:defRPr>
            </a:lvl1pPr>
            <a:lvl2pPr>
              <a:defRPr sz="1350" b="1">
                <a:solidFill>
                  <a:srgbClr val="536B7B"/>
                </a:solidFill>
                <a:latin typeface="Arial"/>
                <a:ea typeface="Arial"/>
                <a:cs typeface="Arial"/>
              </a:defRPr>
            </a:lvl2pPr>
            <a:lvl3pPr>
              <a:defRPr sz="1350" b="1">
                <a:solidFill>
                  <a:srgbClr val="536B7B"/>
                </a:solidFill>
                <a:latin typeface="Arial"/>
                <a:ea typeface="Arial"/>
                <a:cs typeface="Arial"/>
              </a:defRPr>
            </a:lvl3pPr>
            <a:lvl4pPr>
              <a:defRPr sz="1350" b="1">
                <a:solidFill>
                  <a:srgbClr val="536B7B"/>
                </a:solidFill>
                <a:latin typeface="Arial"/>
                <a:ea typeface="Arial"/>
                <a:cs typeface="Arial"/>
              </a:defRPr>
            </a:lvl4pPr>
            <a:lvl5pPr>
              <a:defRPr sz="1350" b="1">
                <a:solidFill>
                  <a:srgbClr val="536B7B"/>
                </a:solidFill>
                <a:latin typeface="Arial"/>
                <a:ea typeface="Arial"/>
                <a:cs typeface="Arial"/>
              </a:defRPr>
            </a:lvl5pPr>
            <a:lvl6pPr>
              <a:defRPr sz="1350" b="1">
                <a:solidFill>
                  <a:srgbClr val="536B7B"/>
                </a:solidFill>
                <a:latin typeface="Arial"/>
                <a:ea typeface="Arial"/>
                <a:cs typeface="Arial"/>
              </a:defRPr>
            </a:lvl6pPr>
            <a:lvl7pPr>
              <a:defRPr sz="1350" b="1">
                <a:solidFill>
                  <a:srgbClr val="536B7B"/>
                </a:solidFill>
                <a:latin typeface="Arial"/>
                <a:ea typeface="Arial"/>
                <a:cs typeface="Arial"/>
              </a:defRPr>
            </a:lvl7pPr>
            <a:lvl8pPr>
              <a:defRPr sz="1350" b="1">
                <a:solidFill>
                  <a:srgbClr val="536B7B"/>
                </a:solidFill>
                <a:latin typeface="Arial"/>
                <a:ea typeface="Arial"/>
                <a:cs typeface="Arial"/>
              </a:defRPr>
            </a:lvl8pPr>
            <a:lvl9pPr>
              <a:defRPr sz="1350" b="1">
                <a:solidFill>
                  <a:srgbClr val="536B7B"/>
                </a:solidFill>
                <a:latin typeface="Arial"/>
                <a:ea typeface="Arial"/>
                <a:cs typeface="Arial"/>
              </a:defRPr>
            </a:lvl9pPr>
          </a:lstStyle>
          <a:p xmlns:a="http://schemas.openxmlformats.org/drawingml/2006/main">
            <a:pPr>
              <a:defRPr sz="1350" b="1">
                <a:solidFill>
                  <a:srgbClr val="536B7B"/>
                </a:solidFill>
                <a:latin typeface="Arial"/>
                <a:ea typeface="Arial"/>
                <a:cs typeface="Arial"/>
              </a:defRPr>
            </a:pPr>
            <a:r>
              <a:rPr sz="1350" b="1">
                <a:solidFill>
                  <a:srgbClr val="536B7B"/>
                </a:solidFill>
                <a:latin typeface="Arial"/>
                <a:ea typeface="Arial"/>
                <a:cs typeface="Arial"/>
              </a:rPr>
              <a:t>CLEARITY</a:t>
            </a:r>
          </a:p>
        </p:txBody>
      </p:sp>
      <p:sp>
        <p:nvSpPr>
          <p:cNvPr id="2" name="03 / 07">
            <a:extLst xmlns:a="http://schemas.openxmlformats.org/drawingml/2006/main">
              <a:ext uri="{FF2B5EF4-FFF2-40B4-BE49-F238E27FC236}">
                <a16:creationId xmlns:a16="http://schemas.microsoft.com/office/drawing/2014/main" id="{CF2E6769-51C7-48B1-A70C-16465DA63823}"/>
              </a:ext>
            </a:extLst>
          </p:cNvPr>
          <p:cNvSpPr>
            <a:spLocks xmlns:a="http://schemas.openxmlformats.org/drawingml/2006/main" noGrp="1"/>
          </p:cNvSpPr>
          <p:nvPr/>
        </p:nvSpPr>
        <p:spPr>
          <a:xfrm xmlns:a="http://schemas.openxmlformats.org/drawingml/2006/main">
            <a:off x="10572750" y="333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7B"/>
                </a:solidFill>
                <a:latin typeface="Arial"/>
                <a:ea typeface="Arial"/>
                <a:cs typeface="Arial"/>
              </a:defRPr>
            </a:defPPr>
            <a:lvl1pPr>
              <a:defRPr sz="1350" b="0">
                <a:solidFill>
                  <a:srgbClr val="536B7B"/>
                </a:solidFill>
                <a:latin typeface="Arial"/>
                <a:ea typeface="Arial"/>
                <a:cs typeface="Arial"/>
              </a:defRPr>
            </a:lvl1pPr>
            <a:lvl2pPr>
              <a:defRPr sz="1350" b="0">
                <a:solidFill>
                  <a:srgbClr val="536B7B"/>
                </a:solidFill>
                <a:latin typeface="Arial"/>
                <a:ea typeface="Arial"/>
                <a:cs typeface="Arial"/>
              </a:defRPr>
            </a:lvl2pPr>
            <a:lvl3pPr>
              <a:defRPr sz="1350" b="0">
                <a:solidFill>
                  <a:srgbClr val="536B7B"/>
                </a:solidFill>
                <a:latin typeface="Arial"/>
                <a:ea typeface="Arial"/>
                <a:cs typeface="Arial"/>
              </a:defRPr>
            </a:lvl3pPr>
            <a:lvl4pPr>
              <a:defRPr sz="1350" b="0">
                <a:solidFill>
                  <a:srgbClr val="536B7B"/>
                </a:solidFill>
                <a:latin typeface="Arial"/>
                <a:ea typeface="Arial"/>
                <a:cs typeface="Arial"/>
              </a:defRPr>
            </a:lvl4pPr>
            <a:lvl5pPr>
              <a:defRPr sz="1350" b="0">
                <a:solidFill>
                  <a:srgbClr val="536B7B"/>
                </a:solidFill>
                <a:latin typeface="Arial"/>
                <a:ea typeface="Arial"/>
                <a:cs typeface="Arial"/>
              </a:defRPr>
            </a:lvl5pPr>
            <a:lvl6pPr>
              <a:defRPr sz="1350" b="0">
                <a:solidFill>
                  <a:srgbClr val="536B7B"/>
                </a:solidFill>
                <a:latin typeface="Arial"/>
                <a:ea typeface="Arial"/>
                <a:cs typeface="Arial"/>
              </a:defRPr>
            </a:lvl6pPr>
            <a:lvl7pPr>
              <a:defRPr sz="1350" b="0">
                <a:solidFill>
                  <a:srgbClr val="536B7B"/>
                </a:solidFill>
                <a:latin typeface="Arial"/>
                <a:ea typeface="Arial"/>
                <a:cs typeface="Arial"/>
              </a:defRPr>
            </a:lvl7pPr>
            <a:lvl8pPr>
              <a:defRPr sz="1350" b="0">
                <a:solidFill>
                  <a:srgbClr val="536B7B"/>
                </a:solidFill>
                <a:latin typeface="Arial"/>
                <a:ea typeface="Arial"/>
                <a:cs typeface="Arial"/>
              </a:defRPr>
            </a:lvl8pPr>
            <a:lvl9pPr>
              <a:defRPr sz="1350" b="0">
                <a:solidFill>
                  <a:srgbClr val="536B7B"/>
                </a:solidFill>
                <a:latin typeface="Arial"/>
                <a:ea typeface="Arial"/>
                <a:cs typeface="Arial"/>
              </a:defRPr>
            </a:lvl9pPr>
          </a:lstStyle>
          <a:p xmlns:a="http://schemas.openxmlformats.org/drawingml/2006/main">
            <a:pPr>
              <a:defRPr sz="1350" b="0">
                <a:solidFill>
                  <a:srgbClr val="536B7B"/>
                </a:solidFill>
                <a:latin typeface="Arial"/>
                <a:ea typeface="Arial"/>
                <a:cs typeface="Arial"/>
              </a:defRPr>
            </a:pPr>
            <a:r>
              <a:rPr sz="1350" b="0">
                <a:solidFill>
                  <a:srgbClr val="536B7B"/>
                </a:solidFill>
                <a:latin typeface="Arial"/>
                <a:ea typeface="Arial"/>
                <a:cs typeface="Arial"/>
              </a:rPr>
              <a:t>03 / 07</a:t>
            </a:r>
          </a:p>
        </p:txBody>
      </p:sp>
      <p:sp>
        <p:nvSpPr>
          <p:cNvPr id="3" name="A review journey built around evidence">
            <a:extLst xmlns:a="http://schemas.openxmlformats.org/drawingml/2006/main">
              <a:ext uri="{FF2B5EF4-FFF2-40B4-BE49-F238E27FC236}">
                <a16:creationId xmlns:a16="http://schemas.microsoft.com/office/drawing/2014/main" id="{1C377D31-EC17-41B8-B2A6-51D7AA8461D0}"/>
              </a:ext>
            </a:extLst>
          </p:cNvPr>
          <p:cNvSpPr>
            <a:spLocks xmlns:a="http://schemas.openxmlformats.org/drawingml/2006/main" noGrp="1"/>
          </p:cNvSpPr>
          <p:nvPr/>
        </p:nvSpPr>
        <p:spPr>
          <a:xfrm xmlns:a="http://schemas.openxmlformats.org/drawingml/2006/main">
            <a:off x="609600" y="93345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32E40"/>
                </a:solidFill>
                <a:latin typeface="Arial"/>
                <a:ea typeface="Arial"/>
                <a:cs typeface="Arial"/>
              </a:defRPr>
            </a:defPPr>
            <a:lvl1pPr>
              <a:defRPr sz="3300" b="1">
                <a:solidFill>
                  <a:srgbClr val="132E40"/>
                </a:solidFill>
                <a:latin typeface="Arial"/>
                <a:ea typeface="Arial"/>
                <a:cs typeface="Arial"/>
              </a:defRPr>
            </a:lvl1pPr>
            <a:lvl2pPr>
              <a:defRPr sz="3300" b="1">
                <a:solidFill>
                  <a:srgbClr val="132E40"/>
                </a:solidFill>
                <a:latin typeface="Arial"/>
                <a:ea typeface="Arial"/>
                <a:cs typeface="Arial"/>
              </a:defRPr>
            </a:lvl2pPr>
            <a:lvl3pPr>
              <a:defRPr sz="3300" b="1">
                <a:solidFill>
                  <a:srgbClr val="132E40"/>
                </a:solidFill>
                <a:latin typeface="Arial"/>
                <a:ea typeface="Arial"/>
                <a:cs typeface="Arial"/>
              </a:defRPr>
            </a:lvl3pPr>
            <a:lvl4pPr>
              <a:defRPr sz="3300" b="1">
                <a:solidFill>
                  <a:srgbClr val="132E40"/>
                </a:solidFill>
                <a:latin typeface="Arial"/>
                <a:ea typeface="Arial"/>
                <a:cs typeface="Arial"/>
              </a:defRPr>
            </a:lvl4pPr>
            <a:lvl5pPr>
              <a:defRPr sz="3300" b="1">
                <a:solidFill>
                  <a:srgbClr val="132E40"/>
                </a:solidFill>
                <a:latin typeface="Arial"/>
                <a:ea typeface="Arial"/>
                <a:cs typeface="Arial"/>
              </a:defRPr>
            </a:lvl5pPr>
            <a:lvl6pPr>
              <a:defRPr sz="3300" b="1">
                <a:solidFill>
                  <a:srgbClr val="132E40"/>
                </a:solidFill>
                <a:latin typeface="Arial"/>
                <a:ea typeface="Arial"/>
                <a:cs typeface="Arial"/>
              </a:defRPr>
            </a:lvl6pPr>
            <a:lvl7pPr>
              <a:defRPr sz="3300" b="1">
                <a:solidFill>
                  <a:srgbClr val="132E40"/>
                </a:solidFill>
                <a:latin typeface="Arial"/>
                <a:ea typeface="Arial"/>
                <a:cs typeface="Arial"/>
              </a:defRPr>
            </a:lvl7pPr>
            <a:lvl8pPr>
              <a:defRPr sz="3300" b="1">
                <a:solidFill>
                  <a:srgbClr val="132E40"/>
                </a:solidFill>
                <a:latin typeface="Arial"/>
                <a:ea typeface="Arial"/>
                <a:cs typeface="Arial"/>
              </a:defRPr>
            </a:lvl8pPr>
            <a:lvl9pPr>
              <a:defRPr sz="3300" b="1">
                <a:solidFill>
                  <a:srgbClr val="132E40"/>
                </a:solidFill>
                <a:latin typeface="Arial"/>
                <a:ea typeface="Arial"/>
                <a:cs typeface="Arial"/>
              </a:defRPr>
            </a:lvl9pPr>
          </a:lstStyle>
          <a:p xmlns:a="http://schemas.openxmlformats.org/drawingml/2006/main">
            <a:pPr>
              <a:defRPr sz="3300" b="1">
                <a:solidFill>
                  <a:srgbClr val="132E40"/>
                </a:solidFill>
                <a:latin typeface="Arial"/>
                <a:ea typeface="Arial"/>
                <a:cs typeface="Arial"/>
              </a:defRPr>
            </a:pPr>
            <a:r>
              <a:rPr sz="3300" b="1">
                <a:solidFill>
                  <a:srgbClr val="132E40"/>
                </a:solidFill>
                <a:latin typeface="Arial"/>
                <a:ea typeface="Arial"/>
                <a:cs typeface="Arial"/>
              </a:rPr>
              <a:t>A review journey built around evidence</a:t>
            </a:r>
          </a:p>
        </p:txBody>
      </p:sp>
      <p:sp>
        <p:nvSpPr>
          <p:cNvPr id="4" name="Upload MOV">
            <a:extLst xmlns:a="http://schemas.openxmlformats.org/drawingml/2006/main">
              <a:ext uri="{FF2B5EF4-FFF2-40B4-BE49-F238E27FC236}">
                <a16:creationId xmlns:a16="http://schemas.microsoft.com/office/drawing/2014/main" id="{47E435D8-F46F-4732-805E-1659BF3588B0}"/>
              </a:ext>
            </a:extLst>
          </p:cNvPr>
          <p:cNvSpPr>
            <a:spLocks xmlns:a="http://schemas.openxmlformats.org/drawingml/2006/main" noGrp="1"/>
          </p:cNvSpPr>
          <p:nvPr/>
        </p:nvSpPr>
        <p:spPr>
          <a:xfrm xmlns:a="http://schemas.openxmlformats.org/drawingml/2006/main">
            <a:off x="609600" y="2286000"/>
            <a:ext cx="2476500" cy="895350"/>
          </a:xfrm>
          <a:prstGeom xmlns:a="http://schemas.openxmlformats.org/drawingml/2006/main" prst="rect">
            <a:avLst/>
          </a:prstGeom>
          <a:solidFill xmlns:a="http://schemas.openxmlformats.org/drawingml/2006/main">
            <a:srgbClr val="F0F5F7"/>
          </a:solidFill>
          <a:ln xmlns:a="http://schemas.openxmlformats.org/drawingml/2006/main" w="0">
            <a:noFill/>
          </a:ln>
        </p:spPr>
        <p:txBody>
          <a:bodyPr xmlns:a="http://schemas.openxmlformats.org/drawingml/2006/main" lIns="190500" tIns="190500" rIns="190500" bIns="190500" anchor="ctr"/>
          <a:lstStyle xmlns:a="http://schemas.openxmlformats.org/drawingml/2006/main">
            <a:defPPr algn="ctr">
              <a:defRPr sz="1875" b="1">
                <a:solidFill>
                  <a:srgbClr val="132E40"/>
                </a:solidFill>
                <a:latin typeface="Arial"/>
                <a:ea typeface="Arial"/>
                <a:cs typeface="Arial"/>
              </a:defRPr>
            </a:defPPr>
            <a:lvl1pPr algn="ctr">
              <a:defRPr sz="1875" b="1">
                <a:solidFill>
                  <a:srgbClr val="132E40"/>
                </a:solidFill>
                <a:latin typeface="Arial"/>
                <a:ea typeface="Arial"/>
                <a:cs typeface="Arial"/>
              </a:defRPr>
            </a:lvl1pPr>
            <a:lvl2pPr algn="ctr">
              <a:defRPr sz="1875" b="1">
                <a:solidFill>
                  <a:srgbClr val="132E40"/>
                </a:solidFill>
                <a:latin typeface="Arial"/>
                <a:ea typeface="Arial"/>
                <a:cs typeface="Arial"/>
              </a:defRPr>
            </a:lvl2pPr>
            <a:lvl3pPr algn="ctr">
              <a:defRPr sz="1875" b="1">
                <a:solidFill>
                  <a:srgbClr val="132E40"/>
                </a:solidFill>
                <a:latin typeface="Arial"/>
                <a:ea typeface="Arial"/>
                <a:cs typeface="Arial"/>
              </a:defRPr>
            </a:lvl3pPr>
            <a:lvl4pPr algn="ctr">
              <a:defRPr sz="1875" b="1">
                <a:solidFill>
                  <a:srgbClr val="132E40"/>
                </a:solidFill>
                <a:latin typeface="Arial"/>
                <a:ea typeface="Arial"/>
                <a:cs typeface="Arial"/>
              </a:defRPr>
            </a:lvl4pPr>
            <a:lvl5pPr algn="ctr">
              <a:defRPr sz="1875" b="1">
                <a:solidFill>
                  <a:srgbClr val="132E40"/>
                </a:solidFill>
                <a:latin typeface="Arial"/>
                <a:ea typeface="Arial"/>
                <a:cs typeface="Arial"/>
              </a:defRPr>
            </a:lvl5pPr>
            <a:lvl6pPr algn="ctr">
              <a:defRPr sz="1875" b="1">
                <a:solidFill>
                  <a:srgbClr val="132E40"/>
                </a:solidFill>
                <a:latin typeface="Arial"/>
                <a:ea typeface="Arial"/>
                <a:cs typeface="Arial"/>
              </a:defRPr>
            </a:lvl6pPr>
            <a:lvl7pPr algn="ctr">
              <a:defRPr sz="1875" b="1">
                <a:solidFill>
                  <a:srgbClr val="132E40"/>
                </a:solidFill>
                <a:latin typeface="Arial"/>
                <a:ea typeface="Arial"/>
                <a:cs typeface="Arial"/>
              </a:defRPr>
            </a:lvl7pPr>
            <a:lvl8pPr algn="ctr">
              <a:defRPr sz="1875" b="1">
                <a:solidFill>
                  <a:srgbClr val="132E40"/>
                </a:solidFill>
                <a:latin typeface="Arial"/>
                <a:ea typeface="Arial"/>
                <a:cs typeface="Arial"/>
              </a:defRPr>
            </a:lvl8pPr>
            <a:lvl9pPr algn="ctr">
              <a:defRPr sz="1875" b="1">
                <a:solidFill>
                  <a:srgbClr val="132E40"/>
                </a:solidFill>
                <a:latin typeface="Arial"/>
                <a:ea typeface="Arial"/>
                <a:cs typeface="Arial"/>
              </a:defRPr>
            </a:lvl9pPr>
          </a:lstStyle>
          <a:p xmlns:a="http://schemas.openxmlformats.org/drawingml/2006/main">
            <a:pPr algn="ctr">
              <a:defRPr sz="1875" b="1">
                <a:solidFill>
                  <a:srgbClr val="132E40"/>
                </a:solidFill>
                <a:latin typeface="Arial"/>
                <a:ea typeface="Arial"/>
                <a:cs typeface="Arial"/>
              </a:defRPr>
            </a:pPr>
            <a:r>
              <a:rPr sz="1875" b="1">
                <a:solidFill>
                  <a:srgbClr val="132E40"/>
                </a:solidFill>
                <a:latin typeface="Arial"/>
                <a:ea typeface="Arial"/>
                <a:cs typeface="Arial"/>
              </a:rPr>
              <a:t>Upload MOV</a:t>
            </a:r>
          </a:p>
        </p:txBody>
      </p:sp>
      <p:sp>
        <p:nvSpPr>
          <p:cNvPr id="5" name="Job status">
            <a:extLst xmlns:a="http://schemas.openxmlformats.org/drawingml/2006/main">
              <a:ext uri="{FF2B5EF4-FFF2-40B4-BE49-F238E27FC236}">
                <a16:creationId xmlns:a16="http://schemas.microsoft.com/office/drawing/2014/main" id="{7669A6E8-DACE-4CA4-9637-20FC72695518}"/>
              </a:ext>
            </a:extLst>
          </p:cNvPr>
          <p:cNvSpPr>
            <a:spLocks xmlns:a="http://schemas.openxmlformats.org/drawingml/2006/main" noGrp="1"/>
          </p:cNvSpPr>
          <p:nvPr/>
        </p:nvSpPr>
        <p:spPr>
          <a:xfrm xmlns:a="http://schemas.openxmlformats.org/drawingml/2006/main">
            <a:off x="3390900" y="2286000"/>
            <a:ext cx="2476500" cy="895350"/>
          </a:xfrm>
          <a:prstGeom xmlns:a="http://schemas.openxmlformats.org/drawingml/2006/main" prst="rect">
            <a:avLst/>
          </a:prstGeom>
          <a:solidFill xmlns:a="http://schemas.openxmlformats.org/drawingml/2006/main">
            <a:srgbClr val="F0F5F7"/>
          </a:solidFill>
          <a:ln xmlns:a="http://schemas.openxmlformats.org/drawingml/2006/main" w="0">
            <a:noFill/>
          </a:ln>
        </p:spPr>
        <p:txBody>
          <a:bodyPr xmlns:a="http://schemas.openxmlformats.org/drawingml/2006/main" lIns="190500" tIns="190500" rIns="190500" bIns="190500" anchor="ctr"/>
          <a:lstStyle xmlns:a="http://schemas.openxmlformats.org/drawingml/2006/main">
            <a:defPPr algn="ctr">
              <a:defRPr sz="1875" b="1">
                <a:solidFill>
                  <a:srgbClr val="132E40"/>
                </a:solidFill>
                <a:latin typeface="Arial"/>
                <a:ea typeface="Arial"/>
                <a:cs typeface="Arial"/>
              </a:defRPr>
            </a:defPPr>
            <a:lvl1pPr algn="ctr">
              <a:defRPr sz="1875" b="1">
                <a:solidFill>
                  <a:srgbClr val="132E40"/>
                </a:solidFill>
                <a:latin typeface="Arial"/>
                <a:ea typeface="Arial"/>
                <a:cs typeface="Arial"/>
              </a:defRPr>
            </a:lvl1pPr>
            <a:lvl2pPr algn="ctr">
              <a:defRPr sz="1875" b="1">
                <a:solidFill>
                  <a:srgbClr val="132E40"/>
                </a:solidFill>
                <a:latin typeface="Arial"/>
                <a:ea typeface="Arial"/>
                <a:cs typeface="Arial"/>
              </a:defRPr>
            </a:lvl2pPr>
            <a:lvl3pPr algn="ctr">
              <a:defRPr sz="1875" b="1">
                <a:solidFill>
                  <a:srgbClr val="132E40"/>
                </a:solidFill>
                <a:latin typeface="Arial"/>
                <a:ea typeface="Arial"/>
                <a:cs typeface="Arial"/>
              </a:defRPr>
            </a:lvl3pPr>
            <a:lvl4pPr algn="ctr">
              <a:defRPr sz="1875" b="1">
                <a:solidFill>
                  <a:srgbClr val="132E40"/>
                </a:solidFill>
                <a:latin typeface="Arial"/>
                <a:ea typeface="Arial"/>
                <a:cs typeface="Arial"/>
              </a:defRPr>
            </a:lvl4pPr>
            <a:lvl5pPr algn="ctr">
              <a:defRPr sz="1875" b="1">
                <a:solidFill>
                  <a:srgbClr val="132E40"/>
                </a:solidFill>
                <a:latin typeface="Arial"/>
                <a:ea typeface="Arial"/>
                <a:cs typeface="Arial"/>
              </a:defRPr>
            </a:lvl5pPr>
            <a:lvl6pPr algn="ctr">
              <a:defRPr sz="1875" b="1">
                <a:solidFill>
                  <a:srgbClr val="132E40"/>
                </a:solidFill>
                <a:latin typeface="Arial"/>
                <a:ea typeface="Arial"/>
                <a:cs typeface="Arial"/>
              </a:defRPr>
            </a:lvl6pPr>
            <a:lvl7pPr algn="ctr">
              <a:defRPr sz="1875" b="1">
                <a:solidFill>
                  <a:srgbClr val="132E40"/>
                </a:solidFill>
                <a:latin typeface="Arial"/>
                <a:ea typeface="Arial"/>
                <a:cs typeface="Arial"/>
              </a:defRPr>
            </a:lvl7pPr>
            <a:lvl8pPr algn="ctr">
              <a:defRPr sz="1875" b="1">
                <a:solidFill>
                  <a:srgbClr val="132E40"/>
                </a:solidFill>
                <a:latin typeface="Arial"/>
                <a:ea typeface="Arial"/>
                <a:cs typeface="Arial"/>
              </a:defRPr>
            </a:lvl8pPr>
            <a:lvl9pPr algn="ctr">
              <a:defRPr sz="1875" b="1">
                <a:solidFill>
                  <a:srgbClr val="132E40"/>
                </a:solidFill>
                <a:latin typeface="Arial"/>
                <a:ea typeface="Arial"/>
                <a:cs typeface="Arial"/>
              </a:defRPr>
            </a:lvl9pPr>
          </a:lstStyle>
          <a:p xmlns:a="http://schemas.openxmlformats.org/drawingml/2006/main">
            <a:pPr algn="ctr">
              <a:defRPr sz="1875" b="1">
                <a:solidFill>
                  <a:srgbClr val="132E40"/>
                </a:solidFill>
                <a:latin typeface="Arial"/>
                <a:ea typeface="Arial"/>
                <a:cs typeface="Arial"/>
              </a:defRPr>
            </a:pPr>
            <a:r>
              <a:rPr sz="1875" b="1">
                <a:solidFill>
                  <a:srgbClr val="132E40"/>
                </a:solidFill>
                <a:latin typeface="Arial"/>
                <a:ea typeface="Arial"/>
                <a:cs typeface="Arial"/>
              </a:rPr>
              <a:t>Job status</a:t>
            </a:r>
          </a:p>
        </p:txBody>
      </p:sp>
      <p:sp>
        <p:nvSpPr>
          <p:cNvPr id="6" name="Binary result">
            <a:extLst xmlns:a="http://schemas.openxmlformats.org/drawingml/2006/main">
              <a:ext uri="{FF2B5EF4-FFF2-40B4-BE49-F238E27FC236}">
                <a16:creationId xmlns:a16="http://schemas.microsoft.com/office/drawing/2014/main" id="{80804AA2-3AC1-4205-9DC0-69BA48E75860}"/>
              </a:ext>
            </a:extLst>
          </p:cNvPr>
          <p:cNvSpPr>
            <a:spLocks xmlns:a="http://schemas.openxmlformats.org/drawingml/2006/main" noGrp="1"/>
          </p:cNvSpPr>
          <p:nvPr/>
        </p:nvSpPr>
        <p:spPr>
          <a:xfrm xmlns:a="http://schemas.openxmlformats.org/drawingml/2006/main">
            <a:off x="6172200" y="2286000"/>
            <a:ext cx="2476500" cy="895350"/>
          </a:xfrm>
          <a:prstGeom xmlns:a="http://schemas.openxmlformats.org/drawingml/2006/main" prst="rect">
            <a:avLst/>
          </a:prstGeom>
          <a:solidFill xmlns:a="http://schemas.openxmlformats.org/drawingml/2006/main">
            <a:srgbClr val="F0F5F7"/>
          </a:solidFill>
          <a:ln xmlns:a="http://schemas.openxmlformats.org/drawingml/2006/main" w="0">
            <a:noFill/>
          </a:ln>
        </p:spPr>
        <p:txBody>
          <a:bodyPr xmlns:a="http://schemas.openxmlformats.org/drawingml/2006/main" lIns="190500" tIns="190500" rIns="190500" bIns="190500" anchor="ctr"/>
          <a:lstStyle xmlns:a="http://schemas.openxmlformats.org/drawingml/2006/main">
            <a:defPPr algn="ctr">
              <a:defRPr sz="1875" b="1">
                <a:solidFill>
                  <a:srgbClr val="132E40"/>
                </a:solidFill>
                <a:latin typeface="Arial"/>
                <a:ea typeface="Arial"/>
                <a:cs typeface="Arial"/>
              </a:defRPr>
            </a:defPPr>
            <a:lvl1pPr algn="ctr">
              <a:defRPr sz="1875" b="1">
                <a:solidFill>
                  <a:srgbClr val="132E40"/>
                </a:solidFill>
                <a:latin typeface="Arial"/>
                <a:ea typeface="Arial"/>
                <a:cs typeface="Arial"/>
              </a:defRPr>
            </a:lvl1pPr>
            <a:lvl2pPr algn="ctr">
              <a:defRPr sz="1875" b="1">
                <a:solidFill>
                  <a:srgbClr val="132E40"/>
                </a:solidFill>
                <a:latin typeface="Arial"/>
                <a:ea typeface="Arial"/>
                <a:cs typeface="Arial"/>
              </a:defRPr>
            </a:lvl2pPr>
            <a:lvl3pPr algn="ctr">
              <a:defRPr sz="1875" b="1">
                <a:solidFill>
                  <a:srgbClr val="132E40"/>
                </a:solidFill>
                <a:latin typeface="Arial"/>
                <a:ea typeface="Arial"/>
                <a:cs typeface="Arial"/>
              </a:defRPr>
            </a:lvl3pPr>
            <a:lvl4pPr algn="ctr">
              <a:defRPr sz="1875" b="1">
                <a:solidFill>
                  <a:srgbClr val="132E40"/>
                </a:solidFill>
                <a:latin typeface="Arial"/>
                <a:ea typeface="Arial"/>
                <a:cs typeface="Arial"/>
              </a:defRPr>
            </a:lvl4pPr>
            <a:lvl5pPr algn="ctr">
              <a:defRPr sz="1875" b="1">
                <a:solidFill>
                  <a:srgbClr val="132E40"/>
                </a:solidFill>
                <a:latin typeface="Arial"/>
                <a:ea typeface="Arial"/>
                <a:cs typeface="Arial"/>
              </a:defRPr>
            </a:lvl5pPr>
            <a:lvl6pPr algn="ctr">
              <a:defRPr sz="1875" b="1">
                <a:solidFill>
                  <a:srgbClr val="132E40"/>
                </a:solidFill>
                <a:latin typeface="Arial"/>
                <a:ea typeface="Arial"/>
                <a:cs typeface="Arial"/>
              </a:defRPr>
            </a:lvl6pPr>
            <a:lvl7pPr algn="ctr">
              <a:defRPr sz="1875" b="1">
                <a:solidFill>
                  <a:srgbClr val="132E40"/>
                </a:solidFill>
                <a:latin typeface="Arial"/>
                <a:ea typeface="Arial"/>
                <a:cs typeface="Arial"/>
              </a:defRPr>
            </a:lvl7pPr>
            <a:lvl8pPr algn="ctr">
              <a:defRPr sz="1875" b="1">
                <a:solidFill>
                  <a:srgbClr val="132E40"/>
                </a:solidFill>
                <a:latin typeface="Arial"/>
                <a:ea typeface="Arial"/>
                <a:cs typeface="Arial"/>
              </a:defRPr>
            </a:lvl8pPr>
            <a:lvl9pPr algn="ctr">
              <a:defRPr sz="1875" b="1">
                <a:solidFill>
                  <a:srgbClr val="132E40"/>
                </a:solidFill>
                <a:latin typeface="Arial"/>
                <a:ea typeface="Arial"/>
                <a:cs typeface="Arial"/>
              </a:defRPr>
            </a:lvl9pPr>
          </a:lstStyle>
          <a:p xmlns:a="http://schemas.openxmlformats.org/drawingml/2006/main">
            <a:pPr algn="ctr">
              <a:defRPr sz="1875" b="1">
                <a:solidFill>
                  <a:srgbClr val="132E40"/>
                </a:solidFill>
                <a:latin typeface="Arial"/>
                <a:ea typeface="Arial"/>
                <a:cs typeface="Arial"/>
              </a:defRPr>
            </a:pPr>
            <a:r>
              <a:rPr sz="1875" b="1">
                <a:solidFill>
                  <a:srgbClr val="132E40"/>
                </a:solidFill>
                <a:latin typeface="Arial"/>
                <a:ea typeface="Arial"/>
                <a:cs typeface="Arial"/>
              </a:rPr>
              <a:t>Binary result</a:t>
            </a:r>
          </a:p>
        </p:txBody>
      </p:sp>
      <p:sp>
        <p:nvSpPr>
          <p:cNvPr id="7" name="Human review">
            <a:extLst xmlns:a="http://schemas.openxmlformats.org/drawingml/2006/main">
              <a:ext uri="{FF2B5EF4-FFF2-40B4-BE49-F238E27FC236}">
                <a16:creationId xmlns:a16="http://schemas.microsoft.com/office/drawing/2014/main" id="{0C2E0EFF-419E-43EE-885C-7AE8A17E92B6}"/>
              </a:ext>
            </a:extLst>
          </p:cNvPr>
          <p:cNvSpPr>
            <a:spLocks xmlns:a="http://schemas.openxmlformats.org/drawingml/2006/main" noGrp="1"/>
          </p:cNvSpPr>
          <p:nvPr/>
        </p:nvSpPr>
        <p:spPr>
          <a:xfrm xmlns:a="http://schemas.openxmlformats.org/drawingml/2006/main">
            <a:off x="8953500" y="2286000"/>
            <a:ext cx="2476500" cy="895350"/>
          </a:xfrm>
          <a:prstGeom xmlns:a="http://schemas.openxmlformats.org/drawingml/2006/main" prst="rect">
            <a:avLst/>
          </a:prstGeom>
          <a:solidFill xmlns:a="http://schemas.openxmlformats.org/drawingml/2006/main">
            <a:srgbClr val="F0F5F7"/>
          </a:solidFill>
          <a:ln xmlns:a="http://schemas.openxmlformats.org/drawingml/2006/main" w="0">
            <a:noFill/>
          </a:ln>
        </p:spPr>
        <p:txBody>
          <a:bodyPr xmlns:a="http://schemas.openxmlformats.org/drawingml/2006/main" lIns="190500" tIns="190500" rIns="190500" bIns="190500" anchor="ctr"/>
          <a:lstStyle xmlns:a="http://schemas.openxmlformats.org/drawingml/2006/main">
            <a:defPPr algn="ctr">
              <a:defRPr sz="1875" b="1">
                <a:solidFill>
                  <a:srgbClr val="132E40"/>
                </a:solidFill>
                <a:latin typeface="Arial"/>
                <a:ea typeface="Arial"/>
                <a:cs typeface="Arial"/>
              </a:defRPr>
            </a:defPPr>
            <a:lvl1pPr algn="ctr">
              <a:defRPr sz="1875" b="1">
                <a:solidFill>
                  <a:srgbClr val="132E40"/>
                </a:solidFill>
                <a:latin typeface="Arial"/>
                <a:ea typeface="Arial"/>
                <a:cs typeface="Arial"/>
              </a:defRPr>
            </a:lvl1pPr>
            <a:lvl2pPr algn="ctr">
              <a:defRPr sz="1875" b="1">
                <a:solidFill>
                  <a:srgbClr val="132E40"/>
                </a:solidFill>
                <a:latin typeface="Arial"/>
                <a:ea typeface="Arial"/>
                <a:cs typeface="Arial"/>
              </a:defRPr>
            </a:lvl2pPr>
            <a:lvl3pPr algn="ctr">
              <a:defRPr sz="1875" b="1">
                <a:solidFill>
                  <a:srgbClr val="132E40"/>
                </a:solidFill>
                <a:latin typeface="Arial"/>
                <a:ea typeface="Arial"/>
                <a:cs typeface="Arial"/>
              </a:defRPr>
            </a:lvl3pPr>
            <a:lvl4pPr algn="ctr">
              <a:defRPr sz="1875" b="1">
                <a:solidFill>
                  <a:srgbClr val="132E40"/>
                </a:solidFill>
                <a:latin typeface="Arial"/>
                <a:ea typeface="Arial"/>
                <a:cs typeface="Arial"/>
              </a:defRPr>
            </a:lvl4pPr>
            <a:lvl5pPr algn="ctr">
              <a:defRPr sz="1875" b="1">
                <a:solidFill>
                  <a:srgbClr val="132E40"/>
                </a:solidFill>
                <a:latin typeface="Arial"/>
                <a:ea typeface="Arial"/>
                <a:cs typeface="Arial"/>
              </a:defRPr>
            </a:lvl5pPr>
            <a:lvl6pPr algn="ctr">
              <a:defRPr sz="1875" b="1">
                <a:solidFill>
                  <a:srgbClr val="132E40"/>
                </a:solidFill>
                <a:latin typeface="Arial"/>
                <a:ea typeface="Arial"/>
                <a:cs typeface="Arial"/>
              </a:defRPr>
            </a:lvl6pPr>
            <a:lvl7pPr algn="ctr">
              <a:defRPr sz="1875" b="1">
                <a:solidFill>
                  <a:srgbClr val="132E40"/>
                </a:solidFill>
                <a:latin typeface="Arial"/>
                <a:ea typeface="Arial"/>
                <a:cs typeface="Arial"/>
              </a:defRPr>
            </a:lvl7pPr>
            <a:lvl8pPr algn="ctr">
              <a:defRPr sz="1875" b="1">
                <a:solidFill>
                  <a:srgbClr val="132E40"/>
                </a:solidFill>
                <a:latin typeface="Arial"/>
                <a:ea typeface="Arial"/>
                <a:cs typeface="Arial"/>
              </a:defRPr>
            </a:lvl8pPr>
            <a:lvl9pPr algn="ctr">
              <a:defRPr sz="1875" b="1">
                <a:solidFill>
                  <a:srgbClr val="132E40"/>
                </a:solidFill>
                <a:latin typeface="Arial"/>
                <a:ea typeface="Arial"/>
                <a:cs typeface="Arial"/>
              </a:defRPr>
            </a:lvl9pPr>
          </a:lstStyle>
          <a:p xmlns:a="http://schemas.openxmlformats.org/drawingml/2006/main">
            <a:pPr algn="ctr">
              <a:defRPr sz="1875" b="1">
                <a:solidFill>
                  <a:srgbClr val="132E40"/>
                </a:solidFill>
                <a:latin typeface="Arial"/>
                <a:ea typeface="Arial"/>
                <a:cs typeface="Arial"/>
              </a:defRPr>
            </a:pPr>
            <a:r>
              <a:rPr sz="1875" b="1">
                <a:solidFill>
                  <a:srgbClr val="132E40"/>
                </a:solidFill>
                <a:latin typeface="Arial"/>
                <a:ea typeface="Arial"/>
                <a:cs typeface="Arial"/>
              </a:rPr>
              <a:t>Human review</a:t>
            </a:r>
          </a:p>
        </p:txBody>
      </p:sp>
      <p:sp>
        <p:nvSpPr>
          <p:cNvPr id="11" name="Evidence attached to candidate events">
            <a:extLst xmlns:a="http://schemas.openxmlformats.org/drawingml/2006/main">
              <a:ext uri="{FF2B5EF4-FFF2-40B4-BE49-F238E27FC236}">
                <a16:creationId xmlns:a16="http://schemas.microsoft.com/office/drawing/2014/main" id="{53401D94-B17C-47DC-BFC7-CD901F771549}"/>
              </a:ext>
            </a:extLst>
          </p:cNvPr>
          <p:cNvSpPr>
            <a:spLocks xmlns:a="http://schemas.openxmlformats.org/drawingml/2006/main" noGrp="1"/>
          </p:cNvSpPr>
          <p:nvPr/>
        </p:nvSpPr>
        <p:spPr>
          <a:xfrm xmlns:a="http://schemas.openxmlformats.org/drawingml/2006/main">
            <a:off x="609600" y="37623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32E40"/>
                </a:solidFill>
                <a:latin typeface="Arial"/>
                <a:ea typeface="Arial"/>
                <a:cs typeface="Arial"/>
              </a:defRPr>
            </a:defPPr>
            <a:lvl1pPr>
              <a:defRPr sz="2400" b="1">
                <a:solidFill>
                  <a:srgbClr val="132E40"/>
                </a:solidFill>
                <a:latin typeface="Arial"/>
                <a:ea typeface="Arial"/>
                <a:cs typeface="Arial"/>
              </a:defRPr>
            </a:lvl1pPr>
            <a:lvl2pPr>
              <a:defRPr sz="2400" b="1">
                <a:solidFill>
                  <a:srgbClr val="132E40"/>
                </a:solidFill>
                <a:latin typeface="Arial"/>
                <a:ea typeface="Arial"/>
                <a:cs typeface="Arial"/>
              </a:defRPr>
            </a:lvl2pPr>
            <a:lvl3pPr>
              <a:defRPr sz="2400" b="1">
                <a:solidFill>
                  <a:srgbClr val="132E40"/>
                </a:solidFill>
                <a:latin typeface="Arial"/>
                <a:ea typeface="Arial"/>
                <a:cs typeface="Arial"/>
              </a:defRPr>
            </a:lvl3pPr>
            <a:lvl4pPr>
              <a:defRPr sz="2400" b="1">
                <a:solidFill>
                  <a:srgbClr val="132E40"/>
                </a:solidFill>
                <a:latin typeface="Arial"/>
                <a:ea typeface="Arial"/>
                <a:cs typeface="Arial"/>
              </a:defRPr>
            </a:lvl4pPr>
            <a:lvl5pPr>
              <a:defRPr sz="2400" b="1">
                <a:solidFill>
                  <a:srgbClr val="132E40"/>
                </a:solidFill>
                <a:latin typeface="Arial"/>
                <a:ea typeface="Arial"/>
                <a:cs typeface="Arial"/>
              </a:defRPr>
            </a:lvl5pPr>
            <a:lvl6pPr>
              <a:defRPr sz="2400" b="1">
                <a:solidFill>
                  <a:srgbClr val="132E40"/>
                </a:solidFill>
                <a:latin typeface="Arial"/>
                <a:ea typeface="Arial"/>
                <a:cs typeface="Arial"/>
              </a:defRPr>
            </a:lvl6pPr>
            <a:lvl7pPr>
              <a:defRPr sz="2400" b="1">
                <a:solidFill>
                  <a:srgbClr val="132E40"/>
                </a:solidFill>
                <a:latin typeface="Arial"/>
                <a:ea typeface="Arial"/>
                <a:cs typeface="Arial"/>
              </a:defRPr>
            </a:lvl7pPr>
            <a:lvl8pPr>
              <a:defRPr sz="2400" b="1">
                <a:solidFill>
                  <a:srgbClr val="132E40"/>
                </a:solidFill>
                <a:latin typeface="Arial"/>
                <a:ea typeface="Arial"/>
                <a:cs typeface="Arial"/>
              </a:defRPr>
            </a:lvl8pPr>
            <a:lvl9pPr>
              <a:defRPr sz="2400" b="1">
                <a:solidFill>
                  <a:srgbClr val="132E40"/>
                </a:solidFill>
                <a:latin typeface="Arial"/>
                <a:ea typeface="Arial"/>
                <a:cs typeface="Arial"/>
              </a:defRPr>
            </a:lvl9pPr>
          </a:lstStyle>
          <a:p xmlns:a="http://schemas.openxmlformats.org/drawingml/2006/main">
            <a:pPr>
              <a:defRPr sz="2400" b="1">
                <a:solidFill>
                  <a:srgbClr val="132E40"/>
                </a:solidFill>
                <a:latin typeface="Arial"/>
                <a:ea typeface="Arial"/>
                <a:cs typeface="Arial"/>
              </a:defRPr>
            </a:pPr>
            <a:r>
              <a:rPr sz="2400" b="1">
                <a:solidFill>
                  <a:srgbClr val="132E40"/>
                </a:solidFill>
                <a:latin typeface="Arial"/>
                <a:ea typeface="Arial"/>
                <a:cs typeface="Arial"/>
              </a:rPr>
              <a:t>Evidence attached to candidate events</a:t>
            </a:r>
          </a:p>
        </p:txBody>
      </p:sp>
      <p:sp>
        <p:nvSpPr>
          <p:cNvPr id="12" name="Timestamps and 1–3 JPEG frames per event&#10;Explanation wi">
            <a:extLst xmlns:a="http://schemas.openxmlformats.org/drawingml/2006/main">
              <a:ext uri="{FF2B5EF4-FFF2-40B4-BE49-F238E27FC236}">
                <a16:creationId xmlns:a16="http://schemas.microsoft.com/office/drawing/2014/main" id="{08CBD6C2-2F7A-4EB9-940D-4450A6F85093}"/>
              </a:ext>
            </a:extLst>
          </p:cNvPr>
          <p:cNvSpPr>
            <a:spLocks xmlns:a="http://schemas.openxmlformats.org/drawingml/2006/main" noGrp="1"/>
          </p:cNvSpPr>
          <p:nvPr/>
        </p:nvSpPr>
        <p:spPr>
          <a:xfrm xmlns:a="http://schemas.openxmlformats.org/drawingml/2006/main">
            <a:off x="609600" y="446722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36B7B"/>
                </a:solidFill>
                <a:latin typeface="Arial"/>
                <a:ea typeface="Arial"/>
                <a:cs typeface="Arial"/>
              </a:defRPr>
            </a:defPPr>
            <a:lvl1pPr>
              <a:defRPr sz="2175" b="0">
                <a:solidFill>
                  <a:srgbClr val="536B7B"/>
                </a:solidFill>
                <a:latin typeface="Arial"/>
                <a:ea typeface="Arial"/>
                <a:cs typeface="Arial"/>
              </a:defRPr>
            </a:lvl1pPr>
            <a:lvl2pPr>
              <a:defRPr sz="2175" b="0">
                <a:solidFill>
                  <a:srgbClr val="536B7B"/>
                </a:solidFill>
                <a:latin typeface="Arial"/>
                <a:ea typeface="Arial"/>
                <a:cs typeface="Arial"/>
              </a:defRPr>
            </a:lvl2pPr>
            <a:lvl3pPr>
              <a:defRPr sz="2175" b="0">
                <a:solidFill>
                  <a:srgbClr val="536B7B"/>
                </a:solidFill>
                <a:latin typeface="Arial"/>
                <a:ea typeface="Arial"/>
                <a:cs typeface="Arial"/>
              </a:defRPr>
            </a:lvl3pPr>
            <a:lvl4pPr>
              <a:defRPr sz="2175" b="0">
                <a:solidFill>
                  <a:srgbClr val="536B7B"/>
                </a:solidFill>
                <a:latin typeface="Arial"/>
                <a:ea typeface="Arial"/>
                <a:cs typeface="Arial"/>
              </a:defRPr>
            </a:lvl4pPr>
            <a:lvl5pPr>
              <a:defRPr sz="2175" b="0">
                <a:solidFill>
                  <a:srgbClr val="536B7B"/>
                </a:solidFill>
                <a:latin typeface="Arial"/>
                <a:ea typeface="Arial"/>
                <a:cs typeface="Arial"/>
              </a:defRPr>
            </a:lvl5pPr>
            <a:lvl6pPr>
              <a:defRPr sz="2175" b="0">
                <a:solidFill>
                  <a:srgbClr val="536B7B"/>
                </a:solidFill>
                <a:latin typeface="Arial"/>
                <a:ea typeface="Arial"/>
                <a:cs typeface="Arial"/>
              </a:defRPr>
            </a:lvl6pPr>
            <a:lvl7pPr>
              <a:defRPr sz="2175" b="0">
                <a:solidFill>
                  <a:srgbClr val="536B7B"/>
                </a:solidFill>
                <a:latin typeface="Arial"/>
                <a:ea typeface="Arial"/>
                <a:cs typeface="Arial"/>
              </a:defRPr>
            </a:lvl7pPr>
            <a:lvl8pPr>
              <a:defRPr sz="2175" b="0">
                <a:solidFill>
                  <a:srgbClr val="536B7B"/>
                </a:solidFill>
                <a:latin typeface="Arial"/>
                <a:ea typeface="Arial"/>
                <a:cs typeface="Arial"/>
              </a:defRPr>
            </a:lvl8pPr>
            <a:lvl9pPr>
              <a:defRPr sz="2175" b="0">
                <a:solidFill>
                  <a:srgbClr val="536B7B"/>
                </a:solidFill>
                <a:latin typeface="Arial"/>
                <a:ea typeface="Arial"/>
                <a:cs typeface="Arial"/>
              </a:defRPr>
            </a:lvl9pPr>
          </a:lstStyle>
          <a:p xmlns:a="http://schemas.openxmlformats.org/drawingml/2006/main">
            <a:pPr>
              <a:defRPr sz="2175" b="0">
                <a:solidFill>
                  <a:srgbClr val="536B7B"/>
                </a:solidFill>
                <a:latin typeface="Arial"/>
                <a:ea typeface="Arial"/>
                <a:cs typeface="Arial"/>
              </a:defRPr>
            </a:pPr>
            <a:r>
              <a:rPr sz="2175" b="0">
                <a:solidFill>
                  <a:srgbClr val="536B7B"/>
                </a:solidFill>
                <a:latin typeface="Arial"/>
                <a:ea typeface="Arial"/>
                <a:cs typeface="Arial"/>
              </a:rPr>
              <a:t>Timestamps and 1–3 JPEG frames per event</a:t>
            </a:r>
          </a:p>
          <a:p xmlns:a="http://schemas.openxmlformats.org/drawingml/2006/main">
            <a:pPr>
              <a:defRPr sz="2175" b="0">
                <a:solidFill>
                  <a:srgbClr val="536B7B"/>
                </a:solidFill>
                <a:latin typeface="Arial"/>
                <a:ea typeface="Arial"/>
                <a:cs typeface="Arial"/>
              </a:defRPr>
            </a:pPr>
            <a:r>
              <a:rPr sz="2175" b="0">
                <a:solidFill>
                  <a:srgbClr val="536B7B"/>
                </a:solidFill>
                <a:latin typeface="Arial"/>
                <a:ea typeface="Arial"/>
                <a:cs typeface="Arial"/>
              </a:rPr>
              <a:t>Explanation with Kazakhstan regulatory context</a:t>
            </a:r>
          </a:p>
        </p:txBody>
      </p:sp>
      <p:sp>
        <p:nvSpPr>
          <p:cNvPr id="13" name="POST /api/v1/analyze     GET /api/v1/jobs/{job_id}">
            <a:extLst xmlns:a="http://schemas.openxmlformats.org/drawingml/2006/main">
              <a:ext uri="{FF2B5EF4-FFF2-40B4-BE49-F238E27FC236}">
                <a16:creationId xmlns:a16="http://schemas.microsoft.com/office/drawing/2014/main" id="{A5E31065-F95C-4EE6-86CC-A73EC96A7CB3}"/>
              </a:ext>
            </a:extLst>
          </p:cNvPr>
          <p:cNvSpPr>
            <a:spLocks xmlns:a="http://schemas.openxmlformats.org/drawingml/2006/main" noGrp="1"/>
          </p:cNvSpPr>
          <p:nvPr/>
        </p:nvSpPr>
        <p:spPr>
          <a:xfrm xmlns:a="http://schemas.openxmlformats.org/drawingml/2006/main">
            <a:off x="609600" y="57435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32E40"/>
                </a:solidFill>
                <a:latin typeface="Arial"/>
                <a:ea typeface="Arial"/>
                <a:cs typeface="Arial"/>
              </a:defRPr>
            </a:defPPr>
            <a:lvl1pPr>
              <a:defRPr sz="1725" b="1">
                <a:solidFill>
                  <a:srgbClr val="132E40"/>
                </a:solidFill>
                <a:latin typeface="Arial"/>
                <a:ea typeface="Arial"/>
                <a:cs typeface="Arial"/>
              </a:defRPr>
            </a:lvl1pPr>
            <a:lvl2pPr>
              <a:defRPr sz="1725" b="1">
                <a:solidFill>
                  <a:srgbClr val="132E40"/>
                </a:solidFill>
                <a:latin typeface="Arial"/>
                <a:ea typeface="Arial"/>
                <a:cs typeface="Arial"/>
              </a:defRPr>
            </a:lvl2pPr>
            <a:lvl3pPr>
              <a:defRPr sz="1725" b="1">
                <a:solidFill>
                  <a:srgbClr val="132E40"/>
                </a:solidFill>
                <a:latin typeface="Arial"/>
                <a:ea typeface="Arial"/>
                <a:cs typeface="Arial"/>
              </a:defRPr>
            </a:lvl3pPr>
            <a:lvl4pPr>
              <a:defRPr sz="1725" b="1">
                <a:solidFill>
                  <a:srgbClr val="132E40"/>
                </a:solidFill>
                <a:latin typeface="Arial"/>
                <a:ea typeface="Arial"/>
                <a:cs typeface="Arial"/>
              </a:defRPr>
            </a:lvl4pPr>
            <a:lvl5pPr>
              <a:defRPr sz="1725" b="1">
                <a:solidFill>
                  <a:srgbClr val="132E40"/>
                </a:solidFill>
                <a:latin typeface="Arial"/>
                <a:ea typeface="Arial"/>
                <a:cs typeface="Arial"/>
              </a:defRPr>
            </a:lvl5pPr>
            <a:lvl6pPr>
              <a:defRPr sz="1725" b="1">
                <a:solidFill>
                  <a:srgbClr val="132E40"/>
                </a:solidFill>
                <a:latin typeface="Arial"/>
                <a:ea typeface="Arial"/>
                <a:cs typeface="Arial"/>
              </a:defRPr>
            </a:lvl6pPr>
            <a:lvl7pPr>
              <a:defRPr sz="1725" b="1">
                <a:solidFill>
                  <a:srgbClr val="132E40"/>
                </a:solidFill>
                <a:latin typeface="Arial"/>
                <a:ea typeface="Arial"/>
                <a:cs typeface="Arial"/>
              </a:defRPr>
            </a:lvl7pPr>
            <a:lvl8pPr>
              <a:defRPr sz="1725" b="1">
                <a:solidFill>
                  <a:srgbClr val="132E40"/>
                </a:solidFill>
                <a:latin typeface="Arial"/>
                <a:ea typeface="Arial"/>
                <a:cs typeface="Arial"/>
              </a:defRPr>
            </a:lvl8pPr>
            <a:lvl9pPr>
              <a:defRPr sz="1725" b="1">
                <a:solidFill>
                  <a:srgbClr val="132E40"/>
                </a:solidFill>
                <a:latin typeface="Arial"/>
                <a:ea typeface="Arial"/>
                <a:cs typeface="Arial"/>
              </a:defRPr>
            </a:lvl9pPr>
          </a:lstStyle>
          <a:p xmlns:a="http://schemas.openxmlformats.org/drawingml/2006/main">
            <a:pPr>
              <a:defRPr sz="1725" b="1">
                <a:solidFill>
                  <a:srgbClr val="132E40"/>
                </a:solidFill>
                <a:latin typeface="Arial"/>
                <a:ea typeface="Arial"/>
                <a:cs typeface="Arial"/>
              </a:defRPr>
            </a:pPr>
            <a:r>
              <a:rPr sz="1725" b="1">
                <a:solidFill>
                  <a:srgbClr val="132E40"/>
                </a:solidFill>
                <a:latin typeface="Arial"/>
                <a:ea typeface="Arial"/>
                <a:cs typeface="Arial"/>
              </a:rPr>
              <a:t>POST /api/v1/analyze     GET /api/v1/jobs/{job_id}</a:t>
            </a:r>
          </a:p>
        </p:txBody>
      </p:sp>
      <p:sp>
        <p:nvSpPr>
          <p:cNvPr id="14" name="Binary labels support screening. Semantic violation sub">
            <a:extLst xmlns:a="http://schemas.openxmlformats.org/drawingml/2006/main">
              <a:ext uri="{FF2B5EF4-FFF2-40B4-BE49-F238E27FC236}">
                <a16:creationId xmlns:a16="http://schemas.microsoft.com/office/drawing/2014/main" id="{6C534DD8-9ECC-42CB-B9B4-CD08E246136C}"/>
              </a:ext>
            </a:extLst>
          </p:cNvPr>
          <p:cNvSpPr>
            <a:spLocks xmlns:a="http://schemas.openxmlformats.org/drawingml/2006/main" noGrp="1"/>
          </p:cNvSpPr>
          <p:nvPr/>
        </p:nvSpPr>
        <p:spPr>
          <a:xfrm xmlns:a="http://schemas.openxmlformats.org/drawingml/2006/main">
            <a:off x="609600" y="62579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7B"/>
                </a:solidFill>
                <a:latin typeface="Arial"/>
                <a:ea typeface="Arial"/>
                <a:cs typeface="Arial"/>
              </a:defRPr>
            </a:defPPr>
            <a:lvl1pPr>
              <a:defRPr sz="1350" b="0">
                <a:solidFill>
                  <a:srgbClr val="536B7B"/>
                </a:solidFill>
                <a:latin typeface="Arial"/>
                <a:ea typeface="Arial"/>
                <a:cs typeface="Arial"/>
              </a:defRPr>
            </a:lvl1pPr>
            <a:lvl2pPr>
              <a:defRPr sz="1350" b="0">
                <a:solidFill>
                  <a:srgbClr val="536B7B"/>
                </a:solidFill>
                <a:latin typeface="Arial"/>
                <a:ea typeface="Arial"/>
                <a:cs typeface="Arial"/>
              </a:defRPr>
            </a:lvl2pPr>
            <a:lvl3pPr>
              <a:defRPr sz="1350" b="0">
                <a:solidFill>
                  <a:srgbClr val="536B7B"/>
                </a:solidFill>
                <a:latin typeface="Arial"/>
                <a:ea typeface="Arial"/>
                <a:cs typeface="Arial"/>
              </a:defRPr>
            </a:lvl3pPr>
            <a:lvl4pPr>
              <a:defRPr sz="1350" b="0">
                <a:solidFill>
                  <a:srgbClr val="536B7B"/>
                </a:solidFill>
                <a:latin typeface="Arial"/>
                <a:ea typeface="Arial"/>
                <a:cs typeface="Arial"/>
              </a:defRPr>
            </a:lvl4pPr>
            <a:lvl5pPr>
              <a:defRPr sz="1350" b="0">
                <a:solidFill>
                  <a:srgbClr val="536B7B"/>
                </a:solidFill>
                <a:latin typeface="Arial"/>
                <a:ea typeface="Arial"/>
                <a:cs typeface="Arial"/>
              </a:defRPr>
            </a:lvl5pPr>
            <a:lvl6pPr>
              <a:defRPr sz="1350" b="0">
                <a:solidFill>
                  <a:srgbClr val="536B7B"/>
                </a:solidFill>
                <a:latin typeface="Arial"/>
                <a:ea typeface="Arial"/>
                <a:cs typeface="Arial"/>
              </a:defRPr>
            </a:lvl6pPr>
            <a:lvl7pPr>
              <a:defRPr sz="1350" b="0">
                <a:solidFill>
                  <a:srgbClr val="536B7B"/>
                </a:solidFill>
                <a:latin typeface="Arial"/>
                <a:ea typeface="Arial"/>
                <a:cs typeface="Arial"/>
              </a:defRPr>
            </a:lvl7pPr>
            <a:lvl8pPr>
              <a:defRPr sz="1350" b="0">
                <a:solidFill>
                  <a:srgbClr val="536B7B"/>
                </a:solidFill>
                <a:latin typeface="Arial"/>
                <a:ea typeface="Arial"/>
                <a:cs typeface="Arial"/>
              </a:defRPr>
            </a:lvl8pPr>
            <a:lvl9pPr>
              <a:defRPr sz="1350" b="0">
                <a:solidFill>
                  <a:srgbClr val="536B7B"/>
                </a:solidFill>
                <a:latin typeface="Arial"/>
                <a:ea typeface="Arial"/>
                <a:cs typeface="Arial"/>
              </a:defRPr>
            </a:lvl9pPr>
          </a:lstStyle>
          <a:p xmlns:a="http://schemas.openxmlformats.org/drawingml/2006/main">
            <a:pPr>
              <a:defRPr sz="1350" b="0">
                <a:solidFill>
                  <a:srgbClr val="536B7B"/>
                </a:solidFill>
                <a:latin typeface="Arial"/>
                <a:ea typeface="Arial"/>
                <a:cs typeface="Arial"/>
              </a:defRPr>
            </a:pPr>
            <a:r>
              <a:rPr sz="1350" b="0">
                <a:solidFill>
                  <a:srgbClr val="536B7B"/>
                </a:solidFill>
                <a:latin typeface="Arial"/>
                <a:ea typeface="Arial"/>
                <a:cs typeface="Arial"/>
              </a:rPr>
              <a:t>Binary labels support screening. Semantic violation subtypes remain unvalidated.</a:t>
            </a:r>
          </a:p>
        </p:txBody>
      </p:sp>
    </p:spTree>
    <p:extLst>
      <p:ext uri="{BB962C8B-B14F-4D97-AF65-F5344CB8AC3E}">
        <p14:creationId xmlns:p14="http://schemas.microsoft.com/office/powerpoint/2010/main" val="1450722379"/>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9BC437AB-FCA6-41B0-B873-B7A2DB3B30A9}"/>
              </a:ext>
            </a:extLst>
          </p:cNvPr>
          <p:cNvCxnSpPr>
            <a:stCxn xmlns:a="http://schemas.openxmlformats.org/drawingml/2006/main" id="6" idx="3"/>
            <a:endCxn xmlns:a="http://schemas.openxmlformats.org/drawingml/2006/main" id="7" idx="1"/>
          </p:cNvCxnSpPr>
          <p:nvPr/>
        </p:nvCxnSpPr>
        <p:spPr>
          <a:xfrm xmlns:a="http://schemas.openxmlformats.org/drawingml/2006/main">
            <a:off x="7639050" y="3238500"/>
            <a:ext cx="857250" cy="0"/>
          </a:xfrm>
          <a:prstGeom xmlns:a="http://schemas.openxmlformats.org/drawingml/2006/main" prst="straightConnector1">
            <a:avLst/>
          </a:prstGeom>
          <a:ln xmlns:a="http://schemas.openxmlformats.org/drawingml/2006/main" w="28575">
            <a:solidFill>
              <a:srgbClr val="35D4BE"/>
            </a:solidFill>
            <a:tailEnd type="arrow" w="med" len="med"/>
          </a:ln>
        </p:spPr>
      </p:cxnSp>
      <p:cxnSp>
        <p:nvCxnSpPr>
          <p:cNvPr id="8" name="">
            <a:extLst xmlns:a="http://schemas.openxmlformats.org/drawingml/2006/main">
              <a:ext uri="{FF2B5EF4-FFF2-40B4-BE49-F238E27FC236}">
                <a16:creationId xmlns:a16="http://schemas.microsoft.com/office/drawing/2014/main" id="{95336A19-7D9B-4599-B144-06235FED01D8}"/>
              </a:ext>
            </a:extLst>
          </p:cNvPr>
          <p:cNvCxnSpPr>
            <a:stCxn xmlns:a="http://schemas.openxmlformats.org/drawingml/2006/main" id="5" idx="3"/>
            <a:endCxn xmlns:a="http://schemas.openxmlformats.org/drawingml/2006/main" id="6" idx="1"/>
          </p:cNvCxnSpPr>
          <p:nvPr/>
        </p:nvCxnSpPr>
        <p:spPr>
          <a:xfrm xmlns:a="http://schemas.openxmlformats.org/drawingml/2006/main">
            <a:off x="3695700" y="3238500"/>
            <a:ext cx="857250" cy="0"/>
          </a:xfrm>
          <a:prstGeom xmlns:a="http://schemas.openxmlformats.org/drawingml/2006/main" prst="straightConnector1">
            <a:avLst/>
          </a:prstGeom>
          <a:ln xmlns:a="http://schemas.openxmlformats.org/drawingml/2006/main" w="28575">
            <a:solidFill>
              <a:srgbClr val="35D4BE"/>
            </a:solidFill>
            <a:tailEnd type="arrow" w="med" len="med"/>
          </a:ln>
        </p:spPr>
      </p:cxnSp>
      <p:sp>
        <p:nvSpPr>
          <p:cNvPr id="13" name="CLEARITY">
            <a:extLst xmlns:a="http://schemas.openxmlformats.org/drawingml/2006/main">
              <a:ext uri="{FF2B5EF4-FFF2-40B4-BE49-F238E27FC236}">
                <a16:creationId xmlns:a16="http://schemas.microsoft.com/office/drawing/2014/main" id="{8DDA22F6-A23B-4CFB-B71D-55D79E0F2E5C}"/>
              </a:ext>
            </a:extLst>
          </p:cNvPr>
          <p:cNvSpPr>
            <a:spLocks xmlns:a="http://schemas.openxmlformats.org/drawingml/2006/main" noGrp="1"/>
          </p:cNvSpPr>
          <p:nvPr/>
        </p:nvSpPr>
        <p:spPr>
          <a:xfrm xmlns:a="http://schemas.openxmlformats.org/drawingml/2006/main">
            <a:off x="609600" y="33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35D4BE"/>
                </a:solidFill>
                <a:latin typeface="Arial"/>
                <a:ea typeface="Arial"/>
                <a:cs typeface="Arial"/>
              </a:defRPr>
            </a:defPPr>
            <a:lvl1pPr>
              <a:defRPr sz="1350" b="1">
                <a:solidFill>
                  <a:srgbClr val="35D4BE"/>
                </a:solidFill>
                <a:latin typeface="Arial"/>
                <a:ea typeface="Arial"/>
                <a:cs typeface="Arial"/>
              </a:defRPr>
            </a:lvl1pPr>
            <a:lvl2pPr>
              <a:defRPr sz="1350" b="1">
                <a:solidFill>
                  <a:srgbClr val="35D4BE"/>
                </a:solidFill>
                <a:latin typeface="Arial"/>
                <a:ea typeface="Arial"/>
                <a:cs typeface="Arial"/>
              </a:defRPr>
            </a:lvl2pPr>
            <a:lvl3pPr>
              <a:defRPr sz="1350" b="1">
                <a:solidFill>
                  <a:srgbClr val="35D4BE"/>
                </a:solidFill>
                <a:latin typeface="Arial"/>
                <a:ea typeface="Arial"/>
                <a:cs typeface="Arial"/>
              </a:defRPr>
            </a:lvl3pPr>
            <a:lvl4pPr>
              <a:defRPr sz="1350" b="1">
                <a:solidFill>
                  <a:srgbClr val="35D4BE"/>
                </a:solidFill>
                <a:latin typeface="Arial"/>
                <a:ea typeface="Arial"/>
                <a:cs typeface="Arial"/>
              </a:defRPr>
            </a:lvl4pPr>
            <a:lvl5pPr>
              <a:defRPr sz="1350" b="1">
                <a:solidFill>
                  <a:srgbClr val="35D4BE"/>
                </a:solidFill>
                <a:latin typeface="Arial"/>
                <a:ea typeface="Arial"/>
                <a:cs typeface="Arial"/>
              </a:defRPr>
            </a:lvl5pPr>
            <a:lvl6pPr>
              <a:defRPr sz="1350" b="1">
                <a:solidFill>
                  <a:srgbClr val="35D4BE"/>
                </a:solidFill>
                <a:latin typeface="Arial"/>
                <a:ea typeface="Arial"/>
                <a:cs typeface="Arial"/>
              </a:defRPr>
            </a:lvl6pPr>
            <a:lvl7pPr>
              <a:defRPr sz="1350" b="1">
                <a:solidFill>
                  <a:srgbClr val="35D4BE"/>
                </a:solidFill>
                <a:latin typeface="Arial"/>
                <a:ea typeface="Arial"/>
                <a:cs typeface="Arial"/>
              </a:defRPr>
            </a:lvl7pPr>
            <a:lvl8pPr>
              <a:defRPr sz="1350" b="1">
                <a:solidFill>
                  <a:srgbClr val="35D4BE"/>
                </a:solidFill>
                <a:latin typeface="Arial"/>
                <a:ea typeface="Arial"/>
                <a:cs typeface="Arial"/>
              </a:defRPr>
            </a:lvl8pPr>
            <a:lvl9pPr>
              <a:defRPr sz="1350" b="1">
                <a:solidFill>
                  <a:srgbClr val="35D4BE"/>
                </a:solidFill>
                <a:latin typeface="Arial"/>
                <a:ea typeface="Arial"/>
                <a:cs typeface="Arial"/>
              </a:defRPr>
            </a:lvl9pPr>
          </a:lstStyle>
          <a:p xmlns:a="http://schemas.openxmlformats.org/drawingml/2006/main">
            <a:pPr>
              <a:defRPr sz="1350" b="1">
                <a:solidFill>
                  <a:srgbClr val="35D4BE"/>
                </a:solidFill>
                <a:latin typeface="Arial"/>
                <a:ea typeface="Arial"/>
                <a:cs typeface="Arial"/>
              </a:defRPr>
            </a:pPr>
            <a:r>
              <a:rPr sz="1350" b="1">
                <a:solidFill>
                  <a:srgbClr val="35D4BE"/>
                </a:solidFill>
                <a:latin typeface="Arial"/>
                <a:ea typeface="Arial"/>
                <a:cs typeface="Arial"/>
              </a:rPr>
              <a:t>CLEARITY</a:t>
            </a:r>
          </a:p>
        </p:txBody>
      </p:sp>
      <p:sp>
        <p:nvSpPr>
          <p:cNvPr id="2" name="04 / 07">
            <a:extLst xmlns:a="http://schemas.openxmlformats.org/drawingml/2006/main">
              <a:ext uri="{FF2B5EF4-FFF2-40B4-BE49-F238E27FC236}">
                <a16:creationId xmlns:a16="http://schemas.microsoft.com/office/drawing/2014/main" id="{686CB19B-C7B6-424A-87CD-838398934DC3}"/>
              </a:ext>
            </a:extLst>
          </p:cNvPr>
          <p:cNvSpPr>
            <a:spLocks xmlns:a="http://schemas.openxmlformats.org/drawingml/2006/main" noGrp="1"/>
          </p:cNvSpPr>
          <p:nvPr/>
        </p:nvSpPr>
        <p:spPr>
          <a:xfrm xmlns:a="http://schemas.openxmlformats.org/drawingml/2006/main">
            <a:off x="10572750" y="333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3C3D0"/>
                </a:solidFill>
                <a:latin typeface="Arial"/>
                <a:ea typeface="Arial"/>
                <a:cs typeface="Arial"/>
              </a:defRPr>
            </a:defPPr>
            <a:lvl1pPr>
              <a:defRPr sz="1350" b="0">
                <a:solidFill>
                  <a:srgbClr val="B3C3D0"/>
                </a:solidFill>
                <a:latin typeface="Arial"/>
                <a:ea typeface="Arial"/>
                <a:cs typeface="Arial"/>
              </a:defRPr>
            </a:lvl1pPr>
            <a:lvl2pPr>
              <a:defRPr sz="1350" b="0">
                <a:solidFill>
                  <a:srgbClr val="B3C3D0"/>
                </a:solidFill>
                <a:latin typeface="Arial"/>
                <a:ea typeface="Arial"/>
                <a:cs typeface="Arial"/>
              </a:defRPr>
            </a:lvl2pPr>
            <a:lvl3pPr>
              <a:defRPr sz="1350" b="0">
                <a:solidFill>
                  <a:srgbClr val="B3C3D0"/>
                </a:solidFill>
                <a:latin typeface="Arial"/>
                <a:ea typeface="Arial"/>
                <a:cs typeface="Arial"/>
              </a:defRPr>
            </a:lvl3pPr>
            <a:lvl4pPr>
              <a:defRPr sz="1350" b="0">
                <a:solidFill>
                  <a:srgbClr val="B3C3D0"/>
                </a:solidFill>
                <a:latin typeface="Arial"/>
                <a:ea typeface="Arial"/>
                <a:cs typeface="Arial"/>
              </a:defRPr>
            </a:lvl4pPr>
            <a:lvl5pPr>
              <a:defRPr sz="1350" b="0">
                <a:solidFill>
                  <a:srgbClr val="B3C3D0"/>
                </a:solidFill>
                <a:latin typeface="Arial"/>
                <a:ea typeface="Arial"/>
                <a:cs typeface="Arial"/>
              </a:defRPr>
            </a:lvl5pPr>
            <a:lvl6pPr>
              <a:defRPr sz="1350" b="0">
                <a:solidFill>
                  <a:srgbClr val="B3C3D0"/>
                </a:solidFill>
                <a:latin typeface="Arial"/>
                <a:ea typeface="Arial"/>
                <a:cs typeface="Arial"/>
              </a:defRPr>
            </a:lvl6pPr>
            <a:lvl7pPr>
              <a:defRPr sz="1350" b="0">
                <a:solidFill>
                  <a:srgbClr val="B3C3D0"/>
                </a:solidFill>
                <a:latin typeface="Arial"/>
                <a:ea typeface="Arial"/>
                <a:cs typeface="Arial"/>
              </a:defRPr>
            </a:lvl7pPr>
            <a:lvl8pPr>
              <a:defRPr sz="1350" b="0">
                <a:solidFill>
                  <a:srgbClr val="B3C3D0"/>
                </a:solidFill>
                <a:latin typeface="Arial"/>
                <a:ea typeface="Arial"/>
                <a:cs typeface="Arial"/>
              </a:defRPr>
            </a:lvl8pPr>
            <a:lvl9pPr>
              <a:defRPr sz="1350" b="0">
                <a:solidFill>
                  <a:srgbClr val="B3C3D0"/>
                </a:solidFill>
                <a:latin typeface="Arial"/>
                <a:ea typeface="Arial"/>
                <a:cs typeface="Arial"/>
              </a:defRPr>
            </a:lvl9pPr>
          </a:lstStyle>
          <a:p xmlns:a="http://schemas.openxmlformats.org/drawingml/2006/main">
            <a:pPr>
              <a:defRPr sz="1350" b="0">
                <a:solidFill>
                  <a:srgbClr val="B3C3D0"/>
                </a:solidFill>
                <a:latin typeface="Arial"/>
                <a:ea typeface="Arial"/>
                <a:cs typeface="Arial"/>
              </a:defRPr>
            </a:pPr>
            <a:r>
              <a:rPr sz="1350" b="0">
                <a:solidFill>
                  <a:srgbClr val="B3C3D0"/>
                </a:solidFill>
                <a:latin typeface="Arial"/>
                <a:ea typeface="Arial"/>
                <a:cs typeface="Arial"/>
              </a:rPr>
              <a:t>04 / 07</a:t>
            </a:r>
          </a:p>
        </p:txBody>
      </p:sp>
      <p:sp>
        <p:nvSpPr>
          <p:cNvPr id="3" name="Inference inside the service">
            <a:extLst xmlns:a="http://schemas.openxmlformats.org/drawingml/2006/main">
              <a:ext uri="{FF2B5EF4-FFF2-40B4-BE49-F238E27FC236}">
                <a16:creationId xmlns:a16="http://schemas.microsoft.com/office/drawing/2014/main" id="{49EC1BFF-0ACB-4E7F-9D79-1A9291EB8B10}"/>
              </a:ext>
            </a:extLst>
          </p:cNvPr>
          <p:cNvSpPr>
            <a:spLocks xmlns:a="http://schemas.openxmlformats.org/drawingml/2006/main" noGrp="1"/>
          </p:cNvSpPr>
          <p:nvPr/>
        </p:nvSpPr>
        <p:spPr>
          <a:xfrm xmlns:a="http://schemas.openxmlformats.org/drawingml/2006/main">
            <a:off x="609600" y="93345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Inference inside the service</a:t>
            </a:r>
          </a:p>
        </p:txBody>
      </p:sp>
      <p:sp>
        <p:nvSpPr>
          <p:cNvPr id="4" name="HOSTED BASELINE">
            <a:extLst xmlns:a="http://schemas.openxmlformats.org/drawingml/2006/main">
              <a:ext uri="{FF2B5EF4-FFF2-40B4-BE49-F238E27FC236}">
                <a16:creationId xmlns:a16="http://schemas.microsoft.com/office/drawing/2014/main" id="{76EBE5EE-A5BE-4CDC-B9B1-C2AA7ABC1CC6}"/>
              </a:ext>
            </a:extLst>
          </p:cNvPr>
          <p:cNvSpPr>
            <a:spLocks xmlns:a="http://schemas.openxmlformats.org/drawingml/2006/main" noGrp="1"/>
          </p:cNvSpPr>
          <p:nvPr/>
        </p:nvSpPr>
        <p:spPr>
          <a:xfrm xmlns:a="http://schemas.openxmlformats.org/drawingml/2006/main">
            <a:off x="609600" y="2076450"/>
            <a:ext cx="723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35D4BE"/>
                </a:solidFill>
                <a:latin typeface="Arial"/>
                <a:ea typeface="Arial"/>
                <a:cs typeface="Arial"/>
              </a:defRPr>
            </a:defPPr>
            <a:lvl1pPr>
              <a:defRPr sz="1650" b="1">
                <a:solidFill>
                  <a:srgbClr val="35D4BE"/>
                </a:solidFill>
                <a:latin typeface="Arial"/>
                <a:ea typeface="Arial"/>
                <a:cs typeface="Arial"/>
              </a:defRPr>
            </a:lvl1pPr>
            <a:lvl2pPr>
              <a:defRPr sz="1650" b="1">
                <a:solidFill>
                  <a:srgbClr val="35D4BE"/>
                </a:solidFill>
                <a:latin typeface="Arial"/>
                <a:ea typeface="Arial"/>
                <a:cs typeface="Arial"/>
              </a:defRPr>
            </a:lvl2pPr>
            <a:lvl3pPr>
              <a:defRPr sz="1650" b="1">
                <a:solidFill>
                  <a:srgbClr val="35D4BE"/>
                </a:solidFill>
                <a:latin typeface="Arial"/>
                <a:ea typeface="Arial"/>
                <a:cs typeface="Arial"/>
              </a:defRPr>
            </a:lvl3pPr>
            <a:lvl4pPr>
              <a:defRPr sz="1650" b="1">
                <a:solidFill>
                  <a:srgbClr val="35D4BE"/>
                </a:solidFill>
                <a:latin typeface="Arial"/>
                <a:ea typeface="Arial"/>
                <a:cs typeface="Arial"/>
              </a:defRPr>
            </a:lvl4pPr>
            <a:lvl5pPr>
              <a:defRPr sz="1650" b="1">
                <a:solidFill>
                  <a:srgbClr val="35D4BE"/>
                </a:solidFill>
                <a:latin typeface="Arial"/>
                <a:ea typeface="Arial"/>
                <a:cs typeface="Arial"/>
              </a:defRPr>
            </a:lvl5pPr>
            <a:lvl6pPr>
              <a:defRPr sz="1650" b="1">
                <a:solidFill>
                  <a:srgbClr val="35D4BE"/>
                </a:solidFill>
                <a:latin typeface="Arial"/>
                <a:ea typeface="Arial"/>
                <a:cs typeface="Arial"/>
              </a:defRPr>
            </a:lvl6pPr>
            <a:lvl7pPr>
              <a:defRPr sz="1650" b="1">
                <a:solidFill>
                  <a:srgbClr val="35D4BE"/>
                </a:solidFill>
                <a:latin typeface="Arial"/>
                <a:ea typeface="Arial"/>
                <a:cs typeface="Arial"/>
              </a:defRPr>
            </a:lvl7pPr>
            <a:lvl8pPr>
              <a:defRPr sz="1650" b="1">
                <a:solidFill>
                  <a:srgbClr val="35D4BE"/>
                </a:solidFill>
                <a:latin typeface="Arial"/>
                <a:ea typeface="Arial"/>
                <a:cs typeface="Arial"/>
              </a:defRPr>
            </a:lvl8pPr>
            <a:lvl9pPr>
              <a:defRPr sz="1650" b="1">
                <a:solidFill>
                  <a:srgbClr val="35D4BE"/>
                </a:solidFill>
                <a:latin typeface="Arial"/>
                <a:ea typeface="Arial"/>
                <a:cs typeface="Arial"/>
              </a:defRPr>
            </a:lvl9pPr>
          </a:lstStyle>
          <a:p xmlns:a="http://schemas.openxmlformats.org/drawingml/2006/main">
            <a:pPr>
              <a:defRPr sz="1650" b="1">
                <a:solidFill>
                  <a:srgbClr val="35D4BE"/>
                </a:solidFill>
                <a:latin typeface="Arial"/>
                <a:ea typeface="Arial"/>
                <a:cs typeface="Arial"/>
              </a:defRPr>
            </a:pPr>
            <a:r>
              <a:rPr sz="1650" b="1">
                <a:solidFill>
                  <a:srgbClr val="35D4BE"/>
                </a:solidFill>
                <a:latin typeface="Arial"/>
                <a:ea typeface="Arial"/>
                <a:cs typeface="Arial"/>
              </a:rPr>
              <a:t>HOSTED BASELINE</a:t>
            </a:r>
          </a:p>
        </p:txBody>
      </p:sp>
      <p:sp>
        <p:nvSpPr>
          <p:cNvPr id="5" name="FastAPI&#10;async jobs + SQLite">
            <a:extLst xmlns:a="http://schemas.openxmlformats.org/drawingml/2006/main">
              <a:ext uri="{FF2B5EF4-FFF2-40B4-BE49-F238E27FC236}">
                <a16:creationId xmlns:a16="http://schemas.microsoft.com/office/drawing/2014/main" id="{E713FFF7-1E6C-4A46-BBAC-3F370C398C42}"/>
              </a:ext>
            </a:extLst>
          </p:cNvPr>
          <p:cNvSpPr>
            <a:spLocks xmlns:a="http://schemas.openxmlformats.org/drawingml/2006/main" noGrp="1"/>
          </p:cNvSpPr>
          <p:nvPr/>
        </p:nvSpPr>
        <p:spPr>
          <a:xfrm xmlns:a="http://schemas.openxmlformats.org/drawingml/2006/main">
            <a:off x="609600" y="2714625"/>
            <a:ext cx="3086100" cy="1047750"/>
          </a:xfrm>
          <a:prstGeom xmlns:a="http://schemas.openxmlformats.org/drawingml/2006/main" prst="rect">
            <a:avLst/>
          </a:prstGeom>
          <a:solidFill xmlns:a="http://schemas.openxmlformats.org/drawingml/2006/main">
            <a:srgbClr val="153045"/>
          </a:solidFill>
          <a:ln xmlns:a="http://schemas.openxmlformats.org/drawingml/2006/main" w="0">
            <a:noFill/>
          </a:ln>
        </p:spPr>
        <p:txBody>
          <a:bodyPr xmlns:a="http://schemas.openxmlformats.org/drawingml/2006/main" lIns="190500" tIns="190500" rIns="190500" bIns="190500" anchor="ct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FastAPI</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async jobs + SQLite</a:t>
            </a:r>
          </a:p>
        </p:txBody>
      </p:sp>
      <p:sp>
        <p:nvSpPr>
          <p:cNvPr id="6" name="OpenCV&#10;1 frame / 2 seconds">
            <a:extLst xmlns:a="http://schemas.openxmlformats.org/drawingml/2006/main">
              <a:ext uri="{FF2B5EF4-FFF2-40B4-BE49-F238E27FC236}">
                <a16:creationId xmlns:a16="http://schemas.microsoft.com/office/drawing/2014/main" id="{C831F445-195F-4856-99E3-2270A06A5C52}"/>
              </a:ext>
            </a:extLst>
          </p:cNvPr>
          <p:cNvSpPr>
            <a:spLocks xmlns:a="http://schemas.openxmlformats.org/drawingml/2006/main" noGrp="1"/>
          </p:cNvSpPr>
          <p:nvPr/>
        </p:nvSpPr>
        <p:spPr>
          <a:xfrm xmlns:a="http://schemas.openxmlformats.org/drawingml/2006/main">
            <a:off x="4552950" y="2714625"/>
            <a:ext cx="3086100" cy="1047750"/>
          </a:xfrm>
          <a:prstGeom xmlns:a="http://schemas.openxmlformats.org/drawingml/2006/main" prst="rect">
            <a:avLst/>
          </a:prstGeom>
          <a:solidFill xmlns:a="http://schemas.openxmlformats.org/drawingml/2006/main">
            <a:srgbClr val="153045"/>
          </a:solidFill>
          <a:ln xmlns:a="http://schemas.openxmlformats.org/drawingml/2006/main" w="0">
            <a:noFill/>
          </a:ln>
        </p:spPr>
        <p:txBody>
          <a:bodyPr xmlns:a="http://schemas.openxmlformats.org/drawingml/2006/main" lIns="190500" tIns="190500" rIns="190500" bIns="190500" anchor="ct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OpenCV</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 frame / 2 seconds</a:t>
            </a:r>
          </a:p>
        </p:txBody>
      </p:sp>
      <p:sp>
        <p:nvSpPr>
          <p:cNvPr id="7" name="ResNet18&#10;temporal features + LR">
            <a:extLst xmlns:a="http://schemas.openxmlformats.org/drawingml/2006/main">
              <a:ext uri="{FF2B5EF4-FFF2-40B4-BE49-F238E27FC236}">
                <a16:creationId xmlns:a16="http://schemas.microsoft.com/office/drawing/2014/main" id="{674F8374-4D2A-407F-BF1F-CCD681F407D4}"/>
              </a:ext>
            </a:extLst>
          </p:cNvPr>
          <p:cNvSpPr>
            <a:spLocks xmlns:a="http://schemas.openxmlformats.org/drawingml/2006/main" noGrp="1"/>
          </p:cNvSpPr>
          <p:nvPr/>
        </p:nvSpPr>
        <p:spPr>
          <a:xfrm xmlns:a="http://schemas.openxmlformats.org/drawingml/2006/main">
            <a:off x="8496300" y="2714625"/>
            <a:ext cx="3086100" cy="1047750"/>
          </a:xfrm>
          <a:prstGeom xmlns:a="http://schemas.openxmlformats.org/drawingml/2006/main" prst="rect">
            <a:avLst/>
          </a:prstGeom>
          <a:solidFill xmlns:a="http://schemas.openxmlformats.org/drawingml/2006/main">
            <a:srgbClr val="153045"/>
          </a:solidFill>
          <a:ln xmlns:a="http://schemas.openxmlformats.org/drawingml/2006/main" w="0">
            <a:noFill/>
          </a:ln>
        </p:spPr>
        <p:txBody>
          <a:bodyPr xmlns:a="http://schemas.openxmlformats.org/drawingml/2006/main" lIns="190500" tIns="190500" rIns="190500" bIns="190500" anchor="ctr"/>
          <a:lstStyle xmlns:a="http://schemas.openxmlformats.org/drawingml/2006/main">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ResNet18</a:t>
            </a:r>
          </a:p>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temporal features + LR</a:t>
            </a:r>
          </a:p>
        </p:txBody>
      </p:sp>
      <p:sp>
        <p:nvSpPr>
          <p:cNvPr id="10" name="OPTIONAL LOCAL EXPERIMENT">
            <a:extLst xmlns:a="http://schemas.openxmlformats.org/drawingml/2006/main">
              <a:ext uri="{FF2B5EF4-FFF2-40B4-BE49-F238E27FC236}">
                <a16:creationId xmlns:a16="http://schemas.microsoft.com/office/drawing/2014/main" id="{AAB7C8CA-EA87-4EF0-AE64-3BA01899F554}"/>
              </a:ext>
            </a:extLst>
          </p:cNvPr>
          <p:cNvSpPr>
            <a:spLocks xmlns:a="http://schemas.openxmlformats.org/drawingml/2006/main" noGrp="1"/>
          </p:cNvSpPr>
          <p:nvPr/>
        </p:nvSpPr>
        <p:spPr>
          <a:xfrm xmlns:a="http://schemas.openxmlformats.org/drawingml/2006/main">
            <a:off x="609600" y="44386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35D4BE"/>
                </a:solidFill>
                <a:latin typeface="Arial"/>
                <a:ea typeface="Arial"/>
                <a:cs typeface="Arial"/>
              </a:defRPr>
            </a:defPPr>
            <a:lvl1pPr>
              <a:defRPr sz="1650" b="1">
                <a:solidFill>
                  <a:srgbClr val="35D4BE"/>
                </a:solidFill>
                <a:latin typeface="Arial"/>
                <a:ea typeface="Arial"/>
                <a:cs typeface="Arial"/>
              </a:defRPr>
            </a:lvl1pPr>
            <a:lvl2pPr>
              <a:defRPr sz="1650" b="1">
                <a:solidFill>
                  <a:srgbClr val="35D4BE"/>
                </a:solidFill>
                <a:latin typeface="Arial"/>
                <a:ea typeface="Arial"/>
                <a:cs typeface="Arial"/>
              </a:defRPr>
            </a:lvl2pPr>
            <a:lvl3pPr>
              <a:defRPr sz="1650" b="1">
                <a:solidFill>
                  <a:srgbClr val="35D4BE"/>
                </a:solidFill>
                <a:latin typeface="Arial"/>
                <a:ea typeface="Arial"/>
                <a:cs typeface="Arial"/>
              </a:defRPr>
            </a:lvl3pPr>
            <a:lvl4pPr>
              <a:defRPr sz="1650" b="1">
                <a:solidFill>
                  <a:srgbClr val="35D4BE"/>
                </a:solidFill>
                <a:latin typeface="Arial"/>
                <a:ea typeface="Arial"/>
                <a:cs typeface="Arial"/>
              </a:defRPr>
            </a:lvl4pPr>
            <a:lvl5pPr>
              <a:defRPr sz="1650" b="1">
                <a:solidFill>
                  <a:srgbClr val="35D4BE"/>
                </a:solidFill>
                <a:latin typeface="Arial"/>
                <a:ea typeface="Arial"/>
                <a:cs typeface="Arial"/>
              </a:defRPr>
            </a:lvl5pPr>
            <a:lvl6pPr>
              <a:defRPr sz="1650" b="1">
                <a:solidFill>
                  <a:srgbClr val="35D4BE"/>
                </a:solidFill>
                <a:latin typeface="Arial"/>
                <a:ea typeface="Arial"/>
                <a:cs typeface="Arial"/>
              </a:defRPr>
            </a:lvl6pPr>
            <a:lvl7pPr>
              <a:defRPr sz="1650" b="1">
                <a:solidFill>
                  <a:srgbClr val="35D4BE"/>
                </a:solidFill>
                <a:latin typeface="Arial"/>
                <a:ea typeface="Arial"/>
                <a:cs typeface="Arial"/>
              </a:defRPr>
            </a:lvl7pPr>
            <a:lvl8pPr>
              <a:defRPr sz="1650" b="1">
                <a:solidFill>
                  <a:srgbClr val="35D4BE"/>
                </a:solidFill>
                <a:latin typeface="Arial"/>
                <a:ea typeface="Arial"/>
                <a:cs typeface="Arial"/>
              </a:defRPr>
            </a:lvl8pPr>
            <a:lvl9pPr>
              <a:defRPr sz="1650" b="1">
                <a:solidFill>
                  <a:srgbClr val="35D4BE"/>
                </a:solidFill>
                <a:latin typeface="Arial"/>
                <a:ea typeface="Arial"/>
                <a:cs typeface="Arial"/>
              </a:defRPr>
            </a:lvl9pPr>
          </a:lstStyle>
          <a:p xmlns:a="http://schemas.openxmlformats.org/drawingml/2006/main">
            <a:pPr>
              <a:defRPr sz="1650" b="1">
                <a:solidFill>
                  <a:srgbClr val="35D4BE"/>
                </a:solidFill>
                <a:latin typeface="Arial"/>
                <a:ea typeface="Arial"/>
                <a:cs typeface="Arial"/>
              </a:defRPr>
            </a:pPr>
            <a:r>
              <a:rPr sz="1650" b="1">
                <a:solidFill>
                  <a:srgbClr val="35D4BE"/>
                </a:solidFill>
                <a:latin typeface="Arial"/>
                <a:ea typeface="Arial"/>
                <a:cs typeface="Arial"/>
              </a:rPr>
              <a:t>OPTIONAL LOCAL EXPERIMENT</a:t>
            </a:r>
          </a:p>
        </p:txBody>
      </p:sp>
      <p:sp>
        <p:nvSpPr>
          <p:cNvPr id="11" name="Qwen3-VL-2B GGUF through llama.cpp&#10;3 frames per 20-seco">
            <a:extLst xmlns:a="http://schemas.openxmlformats.org/drawingml/2006/main">
              <a:ext uri="{FF2B5EF4-FFF2-40B4-BE49-F238E27FC236}">
                <a16:creationId xmlns:a16="http://schemas.microsoft.com/office/drawing/2014/main" id="{F0BFC731-3B83-4B00-9BD7-C42825281694}"/>
              </a:ext>
            </a:extLst>
          </p:cNvPr>
          <p:cNvSpPr>
            <a:spLocks xmlns:a="http://schemas.openxmlformats.org/drawingml/2006/main" noGrp="1"/>
          </p:cNvSpPr>
          <p:nvPr/>
        </p:nvSpPr>
        <p:spPr>
          <a:xfrm xmlns:a="http://schemas.openxmlformats.org/drawingml/2006/main">
            <a:off x="609600" y="491490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Qwen3-VL-2B GGUF through llama.cpp</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3 frames per 20-second window. Separate from the free hosted pipeline.</a:t>
            </a:r>
          </a:p>
        </p:txBody>
      </p:sp>
      <p:sp>
        <p:nvSpPr>
          <p:cNvPr id="12" name="X-API-Key authentication. No external AI API. No face i">
            <a:extLst xmlns:a="http://schemas.openxmlformats.org/drawingml/2006/main">
              <a:ext uri="{FF2B5EF4-FFF2-40B4-BE49-F238E27FC236}">
                <a16:creationId xmlns:a16="http://schemas.microsoft.com/office/drawing/2014/main" id="{22573C24-F8EA-4077-8F0B-DE9F3A2C7104}"/>
              </a:ext>
            </a:extLst>
          </p:cNvPr>
          <p:cNvSpPr>
            <a:spLocks xmlns:a="http://schemas.openxmlformats.org/drawingml/2006/main" noGrp="1"/>
          </p:cNvSpPr>
          <p:nvPr/>
        </p:nvSpPr>
        <p:spPr>
          <a:xfrm xmlns:a="http://schemas.openxmlformats.org/drawingml/2006/main">
            <a:off x="609600" y="6057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B3C3D0"/>
                </a:solidFill>
                <a:latin typeface="Arial"/>
                <a:ea typeface="Arial"/>
                <a:cs typeface="Arial"/>
              </a:defRPr>
            </a:defPPr>
            <a:lvl1pPr>
              <a:defRPr sz="1425" b="0">
                <a:solidFill>
                  <a:srgbClr val="B3C3D0"/>
                </a:solidFill>
                <a:latin typeface="Arial"/>
                <a:ea typeface="Arial"/>
                <a:cs typeface="Arial"/>
              </a:defRPr>
            </a:lvl1pPr>
            <a:lvl2pPr>
              <a:defRPr sz="1425" b="0">
                <a:solidFill>
                  <a:srgbClr val="B3C3D0"/>
                </a:solidFill>
                <a:latin typeface="Arial"/>
                <a:ea typeface="Arial"/>
                <a:cs typeface="Arial"/>
              </a:defRPr>
            </a:lvl2pPr>
            <a:lvl3pPr>
              <a:defRPr sz="1425" b="0">
                <a:solidFill>
                  <a:srgbClr val="B3C3D0"/>
                </a:solidFill>
                <a:latin typeface="Arial"/>
                <a:ea typeface="Arial"/>
                <a:cs typeface="Arial"/>
              </a:defRPr>
            </a:lvl3pPr>
            <a:lvl4pPr>
              <a:defRPr sz="1425" b="0">
                <a:solidFill>
                  <a:srgbClr val="B3C3D0"/>
                </a:solidFill>
                <a:latin typeface="Arial"/>
                <a:ea typeface="Arial"/>
                <a:cs typeface="Arial"/>
              </a:defRPr>
            </a:lvl4pPr>
            <a:lvl5pPr>
              <a:defRPr sz="1425" b="0">
                <a:solidFill>
                  <a:srgbClr val="B3C3D0"/>
                </a:solidFill>
                <a:latin typeface="Arial"/>
                <a:ea typeface="Arial"/>
                <a:cs typeface="Arial"/>
              </a:defRPr>
            </a:lvl5pPr>
            <a:lvl6pPr>
              <a:defRPr sz="1425" b="0">
                <a:solidFill>
                  <a:srgbClr val="B3C3D0"/>
                </a:solidFill>
                <a:latin typeface="Arial"/>
                <a:ea typeface="Arial"/>
                <a:cs typeface="Arial"/>
              </a:defRPr>
            </a:lvl6pPr>
            <a:lvl7pPr>
              <a:defRPr sz="1425" b="0">
                <a:solidFill>
                  <a:srgbClr val="B3C3D0"/>
                </a:solidFill>
                <a:latin typeface="Arial"/>
                <a:ea typeface="Arial"/>
                <a:cs typeface="Arial"/>
              </a:defRPr>
            </a:lvl7pPr>
            <a:lvl8pPr>
              <a:defRPr sz="1425" b="0">
                <a:solidFill>
                  <a:srgbClr val="B3C3D0"/>
                </a:solidFill>
                <a:latin typeface="Arial"/>
                <a:ea typeface="Arial"/>
                <a:cs typeface="Arial"/>
              </a:defRPr>
            </a:lvl8pPr>
            <a:lvl9pPr>
              <a:defRPr sz="1425" b="0">
                <a:solidFill>
                  <a:srgbClr val="B3C3D0"/>
                </a:solidFill>
                <a:latin typeface="Arial"/>
                <a:ea typeface="Arial"/>
                <a:cs typeface="Arial"/>
              </a:defRPr>
            </a:lvl9pPr>
          </a:lstStyle>
          <a:p xmlns:a="http://schemas.openxmlformats.org/drawingml/2006/main">
            <a:pPr>
              <a:defRPr sz="1425" b="0">
                <a:solidFill>
                  <a:srgbClr val="B3C3D0"/>
                </a:solidFill>
                <a:latin typeface="Arial"/>
                <a:ea typeface="Arial"/>
                <a:cs typeface="Arial"/>
              </a:defRPr>
            </a:pPr>
            <a:r>
              <a:rPr sz="1425" b="0">
                <a:solidFill>
                  <a:srgbClr val="B3C3D0"/>
                </a:solidFill>
                <a:latin typeface="Arial"/>
                <a:ea typeface="Arial"/>
                <a:cs typeface="Arial"/>
              </a:rPr>
              <a:t>X-API-Key authentication. No external AI API. No face identification.</a:t>
            </a:r>
          </a:p>
          <a:p xmlns:a="http://schemas.openxmlformats.org/drawingml/2006/main">
            <a:pPr>
              <a:defRPr sz="1425" b="0">
                <a:solidFill>
                  <a:srgbClr val="B3C3D0"/>
                </a:solidFill>
                <a:latin typeface="Arial"/>
                <a:ea typeface="Arial"/>
                <a:cs typeface="Arial"/>
              </a:defRPr>
            </a:pPr>
            <a:r>
              <a:rPr sz="1425" b="0">
                <a:solidFill>
                  <a:srgbClr val="B3C3D0"/>
                </a:solidFill>
                <a:latin typeface="Arial"/>
                <a:ea typeface="Arial"/>
                <a:cs typeface="Arial"/>
              </a:rPr>
              <a:t>Uploaded video copies are deleted after processing.</a:t>
            </a:r>
          </a:p>
        </p:txBody>
      </p:sp>
    </p:spTree>
    <p:extLst>
      <p:ext uri="{BB962C8B-B14F-4D97-AF65-F5344CB8AC3E}">
        <p14:creationId xmlns:p14="http://schemas.microsoft.com/office/powerpoint/2010/main" val="8136235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LEARITY">
            <a:extLst xmlns:a="http://schemas.openxmlformats.org/drawingml/2006/main">
              <a:ext uri="{FF2B5EF4-FFF2-40B4-BE49-F238E27FC236}">
                <a16:creationId xmlns:a16="http://schemas.microsoft.com/office/drawing/2014/main" id="{AA5EC1BF-693C-4F8D-97CD-D38A005BFDE2}"/>
              </a:ext>
            </a:extLst>
          </p:cNvPr>
          <p:cNvSpPr>
            <a:spLocks xmlns:a="http://schemas.openxmlformats.org/drawingml/2006/main" noGrp="1"/>
          </p:cNvSpPr>
          <p:nvPr/>
        </p:nvSpPr>
        <p:spPr>
          <a:xfrm xmlns:a="http://schemas.openxmlformats.org/drawingml/2006/main">
            <a:off x="609600" y="33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36B7B"/>
                </a:solidFill>
                <a:latin typeface="Arial"/>
                <a:ea typeface="Arial"/>
                <a:cs typeface="Arial"/>
              </a:defRPr>
            </a:defPPr>
            <a:lvl1pPr>
              <a:defRPr sz="1350" b="1">
                <a:solidFill>
                  <a:srgbClr val="536B7B"/>
                </a:solidFill>
                <a:latin typeface="Arial"/>
                <a:ea typeface="Arial"/>
                <a:cs typeface="Arial"/>
              </a:defRPr>
            </a:lvl1pPr>
            <a:lvl2pPr>
              <a:defRPr sz="1350" b="1">
                <a:solidFill>
                  <a:srgbClr val="536B7B"/>
                </a:solidFill>
                <a:latin typeface="Arial"/>
                <a:ea typeface="Arial"/>
                <a:cs typeface="Arial"/>
              </a:defRPr>
            </a:lvl2pPr>
            <a:lvl3pPr>
              <a:defRPr sz="1350" b="1">
                <a:solidFill>
                  <a:srgbClr val="536B7B"/>
                </a:solidFill>
                <a:latin typeface="Arial"/>
                <a:ea typeface="Arial"/>
                <a:cs typeface="Arial"/>
              </a:defRPr>
            </a:lvl3pPr>
            <a:lvl4pPr>
              <a:defRPr sz="1350" b="1">
                <a:solidFill>
                  <a:srgbClr val="536B7B"/>
                </a:solidFill>
                <a:latin typeface="Arial"/>
                <a:ea typeface="Arial"/>
                <a:cs typeface="Arial"/>
              </a:defRPr>
            </a:lvl4pPr>
            <a:lvl5pPr>
              <a:defRPr sz="1350" b="1">
                <a:solidFill>
                  <a:srgbClr val="536B7B"/>
                </a:solidFill>
                <a:latin typeface="Arial"/>
                <a:ea typeface="Arial"/>
                <a:cs typeface="Arial"/>
              </a:defRPr>
            </a:lvl5pPr>
            <a:lvl6pPr>
              <a:defRPr sz="1350" b="1">
                <a:solidFill>
                  <a:srgbClr val="536B7B"/>
                </a:solidFill>
                <a:latin typeface="Arial"/>
                <a:ea typeface="Arial"/>
                <a:cs typeface="Arial"/>
              </a:defRPr>
            </a:lvl6pPr>
            <a:lvl7pPr>
              <a:defRPr sz="1350" b="1">
                <a:solidFill>
                  <a:srgbClr val="536B7B"/>
                </a:solidFill>
                <a:latin typeface="Arial"/>
                <a:ea typeface="Arial"/>
                <a:cs typeface="Arial"/>
              </a:defRPr>
            </a:lvl7pPr>
            <a:lvl8pPr>
              <a:defRPr sz="1350" b="1">
                <a:solidFill>
                  <a:srgbClr val="536B7B"/>
                </a:solidFill>
                <a:latin typeface="Arial"/>
                <a:ea typeface="Arial"/>
                <a:cs typeface="Arial"/>
              </a:defRPr>
            </a:lvl8pPr>
            <a:lvl9pPr>
              <a:defRPr sz="1350" b="1">
                <a:solidFill>
                  <a:srgbClr val="536B7B"/>
                </a:solidFill>
                <a:latin typeface="Arial"/>
                <a:ea typeface="Arial"/>
                <a:cs typeface="Arial"/>
              </a:defRPr>
            </a:lvl9pPr>
          </a:lstStyle>
          <a:p xmlns:a="http://schemas.openxmlformats.org/drawingml/2006/main">
            <a:pPr>
              <a:defRPr sz="1350" b="1">
                <a:solidFill>
                  <a:srgbClr val="536B7B"/>
                </a:solidFill>
                <a:latin typeface="Arial"/>
                <a:ea typeface="Arial"/>
                <a:cs typeface="Arial"/>
              </a:defRPr>
            </a:pPr>
            <a:r>
              <a:rPr sz="1350" b="1">
                <a:solidFill>
                  <a:srgbClr val="536B7B"/>
                </a:solidFill>
                <a:latin typeface="Arial"/>
                <a:ea typeface="Arial"/>
                <a:cs typeface="Arial"/>
              </a:rPr>
              <a:t>CLEARITY</a:t>
            </a:r>
          </a:p>
        </p:txBody>
      </p:sp>
      <p:sp>
        <p:nvSpPr>
          <p:cNvPr id="2" name="05 / 07">
            <a:extLst xmlns:a="http://schemas.openxmlformats.org/drawingml/2006/main">
              <a:ext uri="{FF2B5EF4-FFF2-40B4-BE49-F238E27FC236}">
                <a16:creationId xmlns:a16="http://schemas.microsoft.com/office/drawing/2014/main" id="{9D943812-352B-4F88-A49B-1C2D6D041567}"/>
              </a:ext>
            </a:extLst>
          </p:cNvPr>
          <p:cNvSpPr>
            <a:spLocks xmlns:a="http://schemas.openxmlformats.org/drawingml/2006/main" noGrp="1"/>
          </p:cNvSpPr>
          <p:nvPr/>
        </p:nvSpPr>
        <p:spPr>
          <a:xfrm xmlns:a="http://schemas.openxmlformats.org/drawingml/2006/main">
            <a:off x="10572750" y="333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7B"/>
                </a:solidFill>
                <a:latin typeface="Arial"/>
                <a:ea typeface="Arial"/>
                <a:cs typeface="Arial"/>
              </a:defRPr>
            </a:defPPr>
            <a:lvl1pPr>
              <a:defRPr sz="1350" b="0">
                <a:solidFill>
                  <a:srgbClr val="536B7B"/>
                </a:solidFill>
                <a:latin typeface="Arial"/>
                <a:ea typeface="Arial"/>
                <a:cs typeface="Arial"/>
              </a:defRPr>
            </a:lvl1pPr>
            <a:lvl2pPr>
              <a:defRPr sz="1350" b="0">
                <a:solidFill>
                  <a:srgbClr val="536B7B"/>
                </a:solidFill>
                <a:latin typeface="Arial"/>
                <a:ea typeface="Arial"/>
                <a:cs typeface="Arial"/>
              </a:defRPr>
            </a:lvl2pPr>
            <a:lvl3pPr>
              <a:defRPr sz="1350" b="0">
                <a:solidFill>
                  <a:srgbClr val="536B7B"/>
                </a:solidFill>
                <a:latin typeface="Arial"/>
                <a:ea typeface="Arial"/>
                <a:cs typeface="Arial"/>
              </a:defRPr>
            </a:lvl3pPr>
            <a:lvl4pPr>
              <a:defRPr sz="1350" b="0">
                <a:solidFill>
                  <a:srgbClr val="536B7B"/>
                </a:solidFill>
                <a:latin typeface="Arial"/>
                <a:ea typeface="Arial"/>
                <a:cs typeface="Arial"/>
              </a:defRPr>
            </a:lvl4pPr>
            <a:lvl5pPr>
              <a:defRPr sz="1350" b="0">
                <a:solidFill>
                  <a:srgbClr val="536B7B"/>
                </a:solidFill>
                <a:latin typeface="Arial"/>
                <a:ea typeface="Arial"/>
                <a:cs typeface="Arial"/>
              </a:defRPr>
            </a:lvl5pPr>
            <a:lvl6pPr>
              <a:defRPr sz="1350" b="0">
                <a:solidFill>
                  <a:srgbClr val="536B7B"/>
                </a:solidFill>
                <a:latin typeface="Arial"/>
                <a:ea typeface="Arial"/>
                <a:cs typeface="Arial"/>
              </a:defRPr>
            </a:lvl6pPr>
            <a:lvl7pPr>
              <a:defRPr sz="1350" b="0">
                <a:solidFill>
                  <a:srgbClr val="536B7B"/>
                </a:solidFill>
                <a:latin typeface="Arial"/>
                <a:ea typeface="Arial"/>
                <a:cs typeface="Arial"/>
              </a:defRPr>
            </a:lvl7pPr>
            <a:lvl8pPr>
              <a:defRPr sz="1350" b="0">
                <a:solidFill>
                  <a:srgbClr val="536B7B"/>
                </a:solidFill>
                <a:latin typeface="Arial"/>
                <a:ea typeface="Arial"/>
                <a:cs typeface="Arial"/>
              </a:defRPr>
            </a:lvl8pPr>
            <a:lvl9pPr>
              <a:defRPr sz="1350" b="0">
                <a:solidFill>
                  <a:srgbClr val="536B7B"/>
                </a:solidFill>
                <a:latin typeface="Arial"/>
                <a:ea typeface="Arial"/>
                <a:cs typeface="Arial"/>
              </a:defRPr>
            </a:lvl9pPr>
          </a:lstStyle>
          <a:p xmlns:a="http://schemas.openxmlformats.org/drawingml/2006/main">
            <a:pPr>
              <a:defRPr sz="1350" b="0">
                <a:solidFill>
                  <a:srgbClr val="536B7B"/>
                </a:solidFill>
                <a:latin typeface="Arial"/>
                <a:ea typeface="Arial"/>
                <a:cs typeface="Arial"/>
              </a:defRPr>
            </a:pPr>
            <a:r>
              <a:rPr sz="1350" b="0">
                <a:solidFill>
                  <a:srgbClr val="536B7B"/>
                </a:solidFill>
                <a:latin typeface="Arial"/>
                <a:ea typeface="Arial"/>
                <a:cs typeface="Arial"/>
              </a:rPr>
              <a:t>05 / 07</a:t>
            </a:r>
          </a:p>
        </p:txBody>
      </p:sp>
      <p:sp>
        <p:nvSpPr>
          <p:cNvPr id="3" name="A transparent experimental baseline">
            <a:extLst xmlns:a="http://schemas.openxmlformats.org/drawingml/2006/main">
              <a:ext uri="{FF2B5EF4-FFF2-40B4-BE49-F238E27FC236}">
                <a16:creationId xmlns:a16="http://schemas.microsoft.com/office/drawing/2014/main" id="{26575E19-BA75-4581-AE1B-A10CF0467528}"/>
              </a:ext>
            </a:extLst>
          </p:cNvPr>
          <p:cNvSpPr>
            <a:spLocks xmlns:a="http://schemas.openxmlformats.org/drawingml/2006/main" noGrp="1"/>
          </p:cNvSpPr>
          <p:nvPr/>
        </p:nvSpPr>
        <p:spPr>
          <a:xfrm xmlns:a="http://schemas.openxmlformats.org/drawingml/2006/main">
            <a:off x="609600" y="93345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32E40"/>
                </a:solidFill>
                <a:latin typeface="Arial"/>
                <a:ea typeface="Arial"/>
                <a:cs typeface="Arial"/>
              </a:defRPr>
            </a:defPPr>
            <a:lvl1pPr>
              <a:defRPr sz="3300" b="1">
                <a:solidFill>
                  <a:srgbClr val="132E40"/>
                </a:solidFill>
                <a:latin typeface="Arial"/>
                <a:ea typeface="Arial"/>
                <a:cs typeface="Arial"/>
              </a:defRPr>
            </a:lvl1pPr>
            <a:lvl2pPr>
              <a:defRPr sz="3300" b="1">
                <a:solidFill>
                  <a:srgbClr val="132E40"/>
                </a:solidFill>
                <a:latin typeface="Arial"/>
                <a:ea typeface="Arial"/>
                <a:cs typeface="Arial"/>
              </a:defRPr>
            </a:lvl2pPr>
            <a:lvl3pPr>
              <a:defRPr sz="3300" b="1">
                <a:solidFill>
                  <a:srgbClr val="132E40"/>
                </a:solidFill>
                <a:latin typeface="Arial"/>
                <a:ea typeface="Arial"/>
                <a:cs typeface="Arial"/>
              </a:defRPr>
            </a:lvl3pPr>
            <a:lvl4pPr>
              <a:defRPr sz="3300" b="1">
                <a:solidFill>
                  <a:srgbClr val="132E40"/>
                </a:solidFill>
                <a:latin typeface="Arial"/>
                <a:ea typeface="Arial"/>
                <a:cs typeface="Arial"/>
              </a:defRPr>
            </a:lvl4pPr>
            <a:lvl5pPr>
              <a:defRPr sz="3300" b="1">
                <a:solidFill>
                  <a:srgbClr val="132E40"/>
                </a:solidFill>
                <a:latin typeface="Arial"/>
                <a:ea typeface="Arial"/>
                <a:cs typeface="Arial"/>
              </a:defRPr>
            </a:lvl5pPr>
            <a:lvl6pPr>
              <a:defRPr sz="3300" b="1">
                <a:solidFill>
                  <a:srgbClr val="132E40"/>
                </a:solidFill>
                <a:latin typeface="Arial"/>
                <a:ea typeface="Arial"/>
                <a:cs typeface="Arial"/>
              </a:defRPr>
            </a:lvl6pPr>
            <a:lvl7pPr>
              <a:defRPr sz="3300" b="1">
                <a:solidFill>
                  <a:srgbClr val="132E40"/>
                </a:solidFill>
                <a:latin typeface="Arial"/>
                <a:ea typeface="Arial"/>
                <a:cs typeface="Arial"/>
              </a:defRPr>
            </a:lvl7pPr>
            <a:lvl8pPr>
              <a:defRPr sz="3300" b="1">
                <a:solidFill>
                  <a:srgbClr val="132E40"/>
                </a:solidFill>
                <a:latin typeface="Arial"/>
                <a:ea typeface="Arial"/>
                <a:cs typeface="Arial"/>
              </a:defRPr>
            </a:lvl8pPr>
            <a:lvl9pPr>
              <a:defRPr sz="3300" b="1">
                <a:solidFill>
                  <a:srgbClr val="132E40"/>
                </a:solidFill>
                <a:latin typeface="Arial"/>
                <a:ea typeface="Arial"/>
                <a:cs typeface="Arial"/>
              </a:defRPr>
            </a:lvl9pPr>
          </a:lstStyle>
          <a:p xmlns:a="http://schemas.openxmlformats.org/drawingml/2006/main">
            <a:pPr>
              <a:defRPr sz="3300" b="1">
                <a:solidFill>
                  <a:srgbClr val="132E40"/>
                </a:solidFill>
                <a:latin typeface="Arial"/>
                <a:ea typeface="Arial"/>
                <a:cs typeface="Arial"/>
              </a:defRPr>
            </a:pPr>
            <a:r>
              <a:rPr sz="3300" b="1">
                <a:solidFill>
                  <a:srgbClr val="132E40"/>
                </a:solidFill>
                <a:latin typeface="Arial"/>
                <a:ea typeface="Arial"/>
                <a:cs typeface="Arial"/>
              </a:rPr>
              <a:t>A transparent experimental baseline</a:t>
            </a:r>
          </a:p>
        </p:txBody>
      </p:sp>
      <p:sp>
        <p:nvSpPr>
          <p:cNvPr id="4" name="40">
            <a:extLst xmlns:a="http://schemas.openxmlformats.org/drawingml/2006/main">
              <a:ext uri="{FF2B5EF4-FFF2-40B4-BE49-F238E27FC236}">
                <a16:creationId xmlns:a16="http://schemas.microsoft.com/office/drawing/2014/main" id="{CBF7E1DB-256F-46AC-883E-A6F93CDBA8CE}"/>
              </a:ext>
            </a:extLst>
          </p:cNvPr>
          <p:cNvSpPr>
            <a:spLocks xmlns:a="http://schemas.openxmlformats.org/drawingml/2006/main" noGrp="1"/>
          </p:cNvSpPr>
          <p:nvPr/>
        </p:nvSpPr>
        <p:spPr>
          <a:xfrm xmlns:a="http://schemas.openxmlformats.org/drawingml/2006/main">
            <a:off x="609600" y="2133600"/>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132E40"/>
                </a:solidFill>
                <a:latin typeface="Arial"/>
                <a:ea typeface="Arial"/>
                <a:cs typeface="Arial"/>
              </a:defRPr>
            </a:defPPr>
            <a:lvl1pPr>
              <a:defRPr sz="4950" b="1">
                <a:solidFill>
                  <a:srgbClr val="132E40"/>
                </a:solidFill>
                <a:latin typeface="Arial"/>
                <a:ea typeface="Arial"/>
                <a:cs typeface="Arial"/>
              </a:defRPr>
            </a:lvl1pPr>
            <a:lvl2pPr>
              <a:defRPr sz="4950" b="1">
                <a:solidFill>
                  <a:srgbClr val="132E40"/>
                </a:solidFill>
                <a:latin typeface="Arial"/>
                <a:ea typeface="Arial"/>
                <a:cs typeface="Arial"/>
              </a:defRPr>
            </a:lvl2pPr>
            <a:lvl3pPr>
              <a:defRPr sz="4950" b="1">
                <a:solidFill>
                  <a:srgbClr val="132E40"/>
                </a:solidFill>
                <a:latin typeface="Arial"/>
                <a:ea typeface="Arial"/>
                <a:cs typeface="Arial"/>
              </a:defRPr>
            </a:lvl3pPr>
            <a:lvl4pPr>
              <a:defRPr sz="4950" b="1">
                <a:solidFill>
                  <a:srgbClr val="132E40"/>
                </a:solidFill>
                <a:latin typeface="Arial"/>
                <a:ea typeface="Arial"/>
                <a:cs typeface="Arial"/>
              </a:defRPr>
            </a:lvl4pPr>
            <a:lvl5pPr>
              <a:defRPr sz="4950" b="1">
                <a:solidFill>
                  <a:srgbClr val="132E40"/>
                </a:solidFill>
                <a:latin typeface="Arial"/>
                <a:ea typeface="Arial"/>
                <a:cs typeface="Arial"/>
              </a:defRPr>
            </a:lvl5pPr>
            <a:lvl6pPr>
              <a:defRPr sz="4950" b="1">
                <a:solidFill>
                  <a:srgbClr val="132E40"/>
                </a:solidFill>
                <a:latin typeface="Arial"/>
                <a:ea typeface="Arial"/>
                <a:cs typeface="Arial"/>
              </a:defRPr>
            </a:lvl6pPr>
            <a:lvl7pPr>
              <a:defRPr sz="4950" b="1">
                <a:solidFill>
                  <a:srgbClr val="132E40"/>
                </a:solidFill>
                <a:latin typeface="Arial"/>
                <a:ea typeface="Arial"/>
                <a:cs typeface="Arial"/>
              </a:defRPr>
            </a:lvl7pPr>
            <a:lvl8pPr>
              <a:defRPr sz="4950" b="1">
                <a:solidFill>
                  <a:srgbClr val="132E40"/>
                </a:solidFill>
                <a:latin typeface="Arial"/>
                <a:ea typeface="Arial"/>
                <a:cs typeface="Arial"/>
              </a:defRPr>
            </a:lvl8pPr>
            <a:lvl9pPr>
              <a:defRPr sz="4950" b="1">
                <a:solidFill>
                  <a:srgbClr val="132E40"/>
                </a:solidFill>
                <a:latin typeface="Arial"/>
                <a:ea typeface="Arial"/>
                <a:cs typeface="Arial"/>
              </a:defRPr>
            </a:lvl9pPr>
          </a:lstStyle>
          <a:p xmlns:a="http://schemas.openxmlformats.org/drawingml/2006/main">
            <a:pPr>
              <a:defRPr sz="4950" b="1">
                <a:solidFill>
                  <a:srgbClr val="132E40"/>
                </a:solidFill>
                <a:latin typeface="Arial"/>
                <a:ea typeface="Arial"/>
                <a:cs typeface="Arial"/>
              </a:defRPr>
            </a:pPr>
            <a:r>
              <a:rPr sz="4950" b="1">
                <a:solidFill>
                  <a:srgbClr val="132E40"/>
                </a:solidFill>
                <a:latin typeface="Arial"/>
                <a:ea typeface="Arial"/>
                <a:cs typeface="Arial"/>
              </a:rPr>
              <a:t>40</a:t>
            </a:r>
          </a:p>
        </p:txBody>
      </p:sp>
      <p:sp>
        <p:nvSpPr>
          <p:cNvPr id="5" name="unique videos&#10;42 labeled records">
            <a:extLst xmlns:a="http://schemas.openxmlformats.org/drawingml/2006/main">
              <a:ext uri="{FF2B5EF4-FFF2-40B4-BE49-F238E27FC236}">
                <a16:creationId xmlns:a16="http://schemas.microsoft.com/office/drawing/2014/main" id="{9E16EC24-174C-49E1-8666-29402055CA77}"/>
              </a:ext>
            </a:extLst>
          </p:cNvPr>
          <p:cNvSpPr>
            <a:spLocks xmlns:a="http://schemas.openxmlformats.org/drawingml/2006/main" noGrp="1"/>
          </p:cNvSpPr>
          <p:nvPr/>
        </p:nvSpPr>
        <p:spPr>
          <a:xfrm xmlns:a="http://schemas.openxmlformats.org/drawingml/2006/main">
            <a:off x="638175" y="311467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B7B"/>
                </a:solidFill>
                <a:latin typeface="Arial"/>
                <a:ea typeface="Arial"/>
                <a:cs typeface="Arial"/>
              </a:defRPr>
            </a:defPPr>
            <a:lvl1pPr>
              <a:defRPr sz="1950" b="0">
                <a:solidFill>
                  <a:srgbClr val="536B7B"/>
                </a:solidFill>
                <a:latin typeface="Arial"/>
                <a:ea typeface="Arial"/>
                <a:cs typeface="Arial"/>
              </a:defRPr>
            </a:lvl1pPr>
            <a:lvl2pPr>
              <a:defRPr sz="1950" b="0">
                <a:solidFill>
                  <a:srgbClr val="536B7B"/>
                </a:solidFill>
                <a:latin typeface="Arial"/>
                <a:ea typeface="Arial"/>
                <a:cs typeface="Arial"/>
              </a:defRPr>
            </a:lvl2pPr>
            <a:lvl3pPr>
              <a:defRPr sz="1950" b="0">
                <a:solidFill>
                  <a:srgbClr val="536B7B"/>
                </a:solidFill>
                <a:latin typeface="Arial"/>
                <a:ea typeface="Arial"/>
                <a:cs typeface="Arial"/>
              </a:defRPr>
            </a:lvl3pPr>
            <a:lvl4pPr>
              <a:defRPr sz="1950" b="0">
                <a:solidFill>
                  <a:srgbClr val="536B7B"/>
                </a:solidFill>
                <a:latin typeface="Arial"/>
                <a:ea typeface="Arial"/>
                <a:cs typeface="Arial"/>
              </a:defRPr>
            </a:lvl4pPr>
            <a:lvl5pPr>
              <a:defRPr sz="1950" b="0">
                <a:solidFill>
                  <a:srgbClr val="536B7B"/>
                </a:solidFill>
                <a:latin typeface="Arial"/>
                <a:ea typeface="Arial"/>
                <a:cs typeface="Arial"/>
              </a:defRPr>
            </a:lvl5pPr>
            <a:lvl6pPr>
              <a:defRPr sz="1950" b="0">
                <a:solidFill>
                  <a:srgbClr val="536B7B"/>
                </a:solidFill>
                <a:latin typeface="Arial"/>
                <a:ea typeface="Arial"/>
                <a:cs typeface="Arial"/>
              </a:defRPr>
            </a:lvl6pPr>
            <a:lvl7pPr>
              <a:defRPr sz="1950" b="0">
                <a:solidFill>
                  <a:srgbClr val="536B7B"/>
                </a:solidFill>
                <a:latin typeface="Arial"/>
                <a:ea typeface="Arial"/>
                <a:cs typeface="Arial"/>
              </a:defRPr>
            </a:lvl7pPr>
            <a:lvl8pPr>
              <a:defRPr sz="1950" b="0">
                <a:solidFill>
                  <a:srgbClr val="536B7B"/>
                </a:solidFill>
                <a:latin typeface="Arial"/>
                <a:ea typeface="Arial"/>
                <a:cs typeface="Arial"/>
              </a:defRPr>
            </a:lvl8pPr>
            <a:lvl9pPr>
              <a:defRPr sz="1950" b="0">
                <a:solidFill>
                  <a:srgbClr val="536B7B"/>
                </a:solidFill>
                <a:latin typeface="Arial"/>
                <a:ea typeface="Arial"/>
                <a:cs typeface="Arial"/>
              </a:defRPr>
            </a:lvl9pPr>
          </a:lstStyle>
          <a:p xmlns:a="http://schemas.openxmlformats.org/drawingml/2006/main">
            <a:pPr>
              <a:defRPr sz="1950" b="0">
                <a:solidFill>
                  <a:srgbClr val="536B7B"/>
                </a:solidFill>
                <a:latin typeface="Arial"/>
                <a:ea typeface="Arial"/>
                <a:cs typeface="Arial"/>
              </a:defRPr>
            </a:pPr>
            <a:r>
              <a:rPr sz="1950" b="0">
                <a:solidFill>
                  <a:srgbClr val="536B7B"/>
                </a:solidFill>
                <a:latin typeface="Arial"/>
                <a:ea typeface="Arial"/>
                <a:cs typeface="Arial"/>
              </a:rPr>
              <a:t>unique videos</a:t>
            </a:r>
          </a:p>
          <a:p xmlns:a="http://schemas.openxmlformats.org/drawingml/2006/main">
            <a:pPr>
              <a:defRPr sz="1950" b="0">
                <a:solidFill>
                  <a:srgbClr val="536B7B"/>
                </a:solidFill>
                <a:latin typeface="Arial"/>
                <a:ea typeface="Arial"/>
                <a:cs typeface="Arial"/>
              </a:defRPr>
            </a:pPr>
            <a:r>
              <a:rPr sz="1950" b="0">
                <a:solidFill>
                  <a:srgbClr val="536B7B"/>
                </a:solidFill>
                <a:latin typeface="Arial"/>
                <a:ea typeface="Arial"/>
                <a:cs typeface="Arial"/>
              </a:rPr>
              <a:t>42 labeled records</a:t>
            </a:r>
          </a:p>
        </p:txBody>
      </p:sp>
      <p:sp>
        <p:nvSpPr>
          <p:cNvPr id="6" name="24 / 8 / 8">
            <a:extLst xmlns:a="http://schemas.openxmlformats.org/drawingml/2006/main">
              <a:ext uri="{FF2B5EF4-FFF2-40B4-BE49-F238E27FC236}">
                <a16:creationId xmlns:a16="http://schemas.microsoft.com/office/drawing/2014/main" id="{D5298C7F-7EF6-4EB1-9561-06C513EF1872}"/>
              </a:ext>
            </a:extLst>
          </p:cNvPr>
          <p:cNvSpPr>
            <a:spLocks xmlns:a="http://schemas.openxmlformats.org/drawingml/2006/main" noGrp="1"/>
          </p:cNvSpPr>
          <p:nvPr/>
        </p:nvSpPr>
        <p:spPr>
          <a:xfrm xmlns:a="http://schemas.openxmlformats.org/drawingml/2006/main">
            <a:off x="4495800" y="2257425"/>
            <a:ext cx="3810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750" b="1">
                <a:solidFill>
                  <a:srgbClr val="132E40"/>
                </a:solidFill>
                <a:latin typeface="Arial"/>
                <a:ea typeface="Arial"/>
                <a:cs typeface="Arial"/>
              </a:defRPr>
            </a:defPPr>
            <a:lvl1pPr>
              <a:defRPr sz="3750" b="1">
                <a:solidFill>
                  <a:srgbClr val="132E40"/>
                </a:solidFill>
                <a:latin typeface="Arial"/>
                <a:ea typeface="Arial"/>
                <a:cs typeface="Arial"/>
              </a:defRPr>
            </a:lvl1pPr>
            <a:lvl2pPr>
              <a:defRPr sz="3750" b="1">
                <a:solidFill>
                  <a:srgbClr val="132E40"/>
                </a:solidFill>
                <a:latin typeface="Arial"/>
                <a:ea typeface="Arial"/>
                <a:cs typeface="Arial"/>
              </a:defRPr>
            </a:lvl2pPr>
            <a:lvl3pPr>
              <a:defRPr sz="3750" b="1">
                <a:solidFill>
                  <a:srgbClr val="132E40"/>
                </a:solidFill>
                <a:latin typeface="Arial"/>
                <a:ea typeface="Arial"/>
                <a:cs typeface="Arial"/>
              </a:defRPr>
            </a:lvl3pPr>
            <a:lvl4pPr>
              <a:defRPr sz="3750" b="1">
                <a:solidFill>
                  <a:srgbClr val="132E40"/>
                </a:solidFill>
                <a:latin typeface="Arial"/>
                <a:ea typeface="Arial"/>
                <a:cs typeface="Arial"/>
              </a:defRPr>
            </a:lvl4pPr>
            <a:lvl5pPr>
              <a:defRPr sz="3750" b="1">
                <a:solidFill>
                  <a:srgbClr val="132E40"/>
                </a:solidFill>
                <a:latin typeface="Arial"/>
                <a:ea typeface="Arial"/>
                <a:cs typeface="Arial"/>
              </a:defRPr>
            </a:lvl5pPr>
            <a:lvl6pPr>
              <a:defRPr sz="3750" b="1">
                <a:solidFill>
                  <a:srgbClr val="132E40"/>
                </a:solidFill>
                <a:latin typeface="Arial"/>
                <a:ea typeface="Arial"/>
                <a:cs typeface="Arial"/>
              </a:defRPr>
            </a:lvl6pPr>
            <a:lvl7pPr>
              <a:defRPr sz="3750" b="1">
                <a:solidFill>
                  <a:srgbClr val="132E40"/>
                </a:solidFill>
                <a:latin typeface="Arial"/>
                <a:ea typeface="Arial"/>
                <a:cs typeface="Arial"/>
              </a:defRPr>
            </a:lvl7pPr>
            <a:lvl8pPr>
              <a:defRPr sz="3750" b="1">
                <a:solidFill>
                  <a:srgbClr val="132E40"/>
                </a:solidFill>
                <a:latin typeface="Arial"/>
                <a:ea typeface="Arial"/>
                <a:cs typeface="Arial"/>
              </a:defRPr>
            </a:lvl8pPr>
            <a:lvl9pPr>
              <a:defRPr sz="3750" b="1">
                <a:solidFill>
                  <a:srgbClr val="132E40"/>
                </a:solidFill>
                <a:latin typeface="Arial"/>
                <a:ea typeface="Arial"/>
                <a:cs typeface="Arial"/>
              </a:defRPr>
            </a:lvl9pPr>
          </a:lstStyle>
          <a:p xmlns:a="http://schemas.openxmlformats.org/drawingml/2006/main">
            <a:pPr>
              <a:defRPr sz="3750" b="1">
                <a:solidFill>
                  <a:srgbClr val="132E40"/>
                </a:solidFill>
                <a:latin typeface="Arial"/>
                <a:ea typeface="Arial"/>
                <a:cs typeface="Arial"/>
              </a:defRPr>
            </a:pPr>
            <a:r>
              <a:rPr sz="3750" b="1">
                <a:solidFill>
                  <a:srgbClr val="132E40"/>
                </a:solidFill>
                <a:latin typeface="Arial"/>
                <a:ea typeface="Arial"/>
                <a:cs typeface="Arial"/>
              </a:rPr>
              <a:t>24 / 8 / 8</a:t>
            </a:r>
          </a:p>
        </p:txBody>
      </p:sp>
      <p:sp>
        <p:nvSpPr>
          <p:cNvPr id="7" name="train / validation / test">
            <a:extLst xmlns:a="http://schemas.openxmlformats.org/drawingml/2006/main">
              <a:ext uri="{FF2B5EF4-FFF2-40B4-BE49-F238E27FC236}">
                <a16:creationId xmlns:a16="http://schemas.microsoft.com/office/drawing/2014/main" id="{C26665B6-EF4E-46D6-B3BD-374BF8306DD9}"/>
              </a:ext>
            </a:extLst>
          </p:cNvPr>
          <p:cNvSpPr>
            <a:spLocks xmlns:a="http://schemas.openxmlformats.org/drawingml/2006/main" noGrp="1"/>
          </p:cNvSpPr>
          <p:nvPr/>
        </p:nvSpPr>
        <p:spPr>
          <a:xfrm xmlns:a="http://schemas.openxmlformats.org/drawingml/2006/main">
            <a:off x="4524375" y="3114675"/>
            <a:ext cx="5953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B7B"/>
                </a:solidFill>
                <a:latin typeface="Arial"/>
                <a:ea typeface="Arial"/>
                <a:cs typeface="Arial"/>
              </a:defRPr>
            </a:defPPr>
            <a:lvl1pPr>
              <a:defRPr sz="1950" b="0">
                <a:solidFill>
                  <a:srgbClr val="536B7B"/>
                </a:solidFill>
                <a:latin typeface="Arial"/>
                <a:ea typeface="Arial"/>
                <a:cs typeface="Arial"/>
              </a:defRPr>
            </a:lvl1pPr>
            <a:lvl2pPr>
              <a:defRPr sz="1950" b="0">
                <a:solidFill>
                  <a:srgbClr val="536B7B"/>
                </a:solidFill>
                <a:latin typeface="Arial"/>
                <a:ea typeface="Arial"/>
                <a:cs typeface="Arial"/>
              </a:defRPr>
            </a:lvl2pPr>
            <a:lvl3pPr>
              <a:defRPr sz="1950" b="0">
                <a:solidFill>
                  <a:srgbClr val="536B7B"/>
                </a:solidFill>
                <a:latin typeface="Arial"/>
                <a:ea typeface="Arial"/>
                <a:cs typeface="Arial"/>
              </a:defRPr>
            </a:lvl3pPr>
            <a:lvl4pPr>
              <a:defRPr sz="1950" b="0">
                <a:solidFill>
                  <a:srgbClr val="536B7B"/>
                </a:solidFill>
                <a:latin typeface="Arial"/>
                <a:ea typeface="Arial"/>
                <a:cs typeface="Arial"/>
              </a:defRPr>
            </a:lvl4pPr>
            <a:lvl5pPr>
              <a:defRPr sz="1950" b="0">
                <a:solidFill>
                  <a:srgbClr val="536B7B"/>
                </a:solidFill>
                <a:latin typeface="Arial"/>
                <a:ea typeface="Arial"/>
                <a:cs typeface="Arial"/>
              </a:defRPr>
            </a:lvl5pPr>
            <a:lvl6pPr>
              <a:defRPr sz="1950" b="0">
                <a:solidFill>
                  <a:srgbClr val="536B7B"/>
                </a:solidFill>
                <a:latin typeface="Arial"/>
                <a:ea typeface="Arial"/>
                <a:cs typeface="Arial"/>
              </a:defRPr>
            </a:lvl6pPr>
            <a:lvl7pPr>
              <a:defRPr sz="1950" b="0">
                <a:solidFill>
                  <a:srgbClr val="536B7B"/>
                </a:solidFill>
                <a:latin typeface="Arial"/>
                <a:ea typeface="Arial"/>
                <a:cs typeface="Arial"/>
              </a:defRPr>
            </a:lvl7pPr>
            <a:lvl8pPr>
              <a:defRPr sz="1950" b="0">
                <a:solidFill>
                  <a:srgbClr val="536B7B"/>
                </a:solidFill>
                <a:latin typeface="Arial"/>
                <a:ea typeface="Arial"/>
                <a:cs typeface="Arial"/>
              </a:defRPr>
            </a:lvl8pPr>
            <a:lvl9pPr>
              <a:defRPr sz="1950" b="0">
                <a:solidFill>
                  <a:srgbClr val="536B7B"/>
                </a:solidFill>
                <a:latin typeface="Arial"/>
                <a:ea typeface="Arial"/>
                <a:cs typeface="Arial"/>
              </a:defRPr>
            </a:lvl9pPr>
          </a:lstStyle>
          <a:p xmlns:a="http://schemas.openxmlformats.org/drawingml/2006/main">
            <a:pPr>
              <a:defRPr sz="1950" b="0">
                <a:solidFill>
                  <a:srgbClr val="536B7B"/>
                </a:solidFill>
                <a:latin typeface="Arial"/>
                <a:ea typeface="Arial"/>
                <a:cs typeface="Arial"/>
              </a:defRPr>
            </a:pPr>
            <a:r>
              <a:rPr sz="1950" b="0">
                <a:solidFill>
                  <a:srgbClr val="536B7B"/>
                </a:solidFill>
                <a:latin typeface="Arial"/>
                <a:ea typeface="Arial"/>
                <a:cs typeface="Arial"/>
              </a:rPr>
              <a:t>train / validation / test</a:t>
            </a:r>
          </a:p>
        </p:txBody>
      </p:sp>
      <p:sp>
        <p:nvSpPr>
          <p:cNvPr id="8" name="50%">
            <a:extLst xmlns:a="http://schemas.openxmlformats.org/drawingml/2006/main">
              <a:ext uri="{FF2B5EF4-FFF2-40B4-BE49-F238E27FC236}">
                <a16:creationId xmlns:a16="http://schemas.microsoft.com/office/drawing/2014/main" id="{BE80D659-3967-4C0D-BFD8-BE26E27B5071}"/>
              </a:ext>
            </a:extLst>
          </p:cNvPr>
          <p:cNvSpPr>
            <a:spLocks xmlns:a="http://schemas.openxmlformats.org/drawingml/2006/main" noGrp="1"/>
          </p:cNvSpPr>
          <p:nvPr/>
        </p:nvSpPr>
        <p:spPr>
          <a:xfrm xmlns:a="http://schemas.openxmlformats.org/drawingml/2006/main">
            <a:off x="8724900" y="2133600"/>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132E40"/>
                </a:solidFill>
                <a:latin typeface="Arial"/>
                <a:ea typeface="Arial"/>
                <a:cs typeface="Arial"/>
              </a:defRPr>
            </a:defPPr>
            <a:lvl1pPr>
              <a:defRPr sz="4950" b="1">
                <a:solidFill>
                  <a:srgbClr val="132E40"/>
                </a:solidFill>
                <a:latin typeface="Arial"/>
                <a:ea typeface="Arial"/>
                <a:cs typeface="Arial"/>
              </a:defRPr>
            </a:lvl1pPr>
            <a:lvl2pPr>
              <a:defRPr sz="4950" b="1">
                <a:solidFill>
                  <a:srgbClr val="132E40"/>
                </a:solidFill>
                <a:latin typeface="Arial"/>
                <a:ea typeface="Arial"/>
                <a:cs typeface="Arial"/>
              </a:defRPr>
            </a:lvl2pPr>
            <a:lvl3pPr>
              <a:defRPr sz="4950" b="1">
                <a:solidFill>
                  <a:srgbClr val="132E40"/>
                </a:solidFill>
                <a:latin typeface="Arial"/>
                <a:ea typeface="Arial"/>
                <a:cs typeface="Arial"/>
              </a:defRPr>
            </a:lvl3pPr>
            <a:lvl4pPr>
              <a:defRPr sz="4950" b="1">
                <a:solidFill>
                  <a:srgbClr val="132E40"/>
                </a:solidFill>
                <a:latin typeface="Arial"/>
                <a:ea typeface="Arial"/>
                <a:cs typeface="Arial"/>
              </a:defRPr>
            </a:lvl4pPr>
            <a:lvl5pPr>
              <a:defRPr sz="4950" b="1">
                <a:solidFill>
                  <a:srgbClr val="132E40"/>
                </a:solidFill>
                <a:latin typeface="Arial"/>
                <a:ea typeface="Arial"/>
                <a:cs typeface="Arial"/>
              </a:defRPr>
            </a:lvl5pPr>
            <a:lvl6pPr>
              <a:defRPr sz="4950" b="1">
                <a:solidFill>
                  <a:srgbClr val="132E40"/>
                </a:solidFill>
                <a:latin typeface="Arial"/>
                <a:ea typeface="Arial"/>
                <a:cs typeface="Arial"/>
              </a:defRPr>
            </a:lvl6pPr>
            <a:lvl7pPr>
              <a:defRPr sz="4950" b="1">
                <a:solidFill>
                  <a:srgbClr val="132E40"/>
                </a:solidFill>
                <a:latin typeface="Arial"/>
                <a:ea typeface="Arial"/>
                <a:cs typeface="Arial"/>
              </a:defRPr>
            </a:lvl7pPr>
            <a:lvl8pPr>
              <a:defRPr sz="4950" b="1">
                <a:solidFill>
                  <a:srgbClr val="132E40"/>
                </a:solidFill>
                <a:latin typeface="Arial"/>
                <a:ea typeface="Arial"/>
                <a:cs typeface="Arial"/>
              </a:defRPr>
            </a:lvl8pPr>
            <a:lvl9pPr>
              <a:defRPr sz="4950" b="1">
                <a:solidFill>
                  <a:srgbClr val="132E40"/>
                </a:solidFill>
                <a:latin typeface="Arial"/>
                <a:ea typeface="Arial"/>
                <a:cs typeface="Arial"/>
              </a:defRPr>
            </a:lvl9pPr>
          </a:lstStyle>
          <a:p xmlns:a="http://schemas.openxmlformats.org/drawingml/2006/main">
            <a:pPr>
              <a:defRPr sz="4950" b="1">
                <a:solidFill>
                  <a:srgbClr val="132E40"/>
                </a:solidFill>
                <a:latin typeface="Arial"/>
                <a:ea typeface="Arial"/>
                <a:cs typeface="Arial"/>
              </a:defRPr>
            </a:pPr>
            <a:r>
              <a:rPr sz="4950" b="1">
                <a:solidFill>
                  <a:srgbClr val="132E40"/>
                </a:solidFill>
                <a:latin typeface="Arial"/>
                <a:ea typeface="Arial"/>
                <a:cs typeface="Arial"/>
              </a:rPr>
              <a:t>50%</a:t>
            </a:r>
          </a:p>
        </p:txBody>
      </p:sp>
      <p:sp>
        <p:nvSpPr>
          <p:cNvPr id="9" name="held-out accuracy&#10;on 8 videos">
            <a:extLst xmlns:a="http://schemas.openxmlformats.org/drawingml/2006/main">
              <a:ext uri="{FF2B5EF4-FFF2-40B4-BE49-F238E27FC236}">
                <a16:creationId xmlns:a16="http://schemas.microsoft.com/office/drawing/2014/main" id="{9106BDD4-0D2F-44FC-87D9-502B79EF3C58}"/>
              </a:ext>
            </a:extLst>
          </p:cNvPr>
          <p:cNvSpPr>
            <a:spLocks xmlns:a="http://schemas.openxmlformats.org/drawingml/2006/main" noGrp="1"/>
          </p:cNvSpPr>
          <p:nvPr/>
        </p:nvSpPr>
        <p:spPr>
          <a:xfrm xmlns:a="http://schemas.openxmlformats.org/drawingml/2006/main">
            <a:off x="8753475" y="3114675"/>
            <a:ext cx="271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B7B"/>
                </a:solidFill>
                <a:latin typeface="Arial"/>
                <a:ea typeface="Arial"/>
                <a:cs typeface="Arial"/>
              </a:defRPr>
            </a:defPPr>
            <a:lvl1pPr>
              <a:defRPr sz="1950" b="0">
                <a:solidFill>
                  <a:srgbClr val="536B7B"/>
                </a:solidFill>
                <a:latin typeface="Arial"/>
                <a:ea typeface="Arial"/>
                <a:cs typeface="Arial"/>
              </a:defRPr>
            </a:lvl1pPr>
            <a:lvl2pPr>
              <a:defRPr sz="1950" b="0">
                <a:solidFill>
                  <a:srgbClr val="536B7B"/>
                </a:solidFill>
                <a:latin typeface="Arial"/>
                <a:ea typeface="Arial"/>
                <a:cs typeface="Arial"/>
              </a:defRPr>
            </a:lvl2pPr>
            <a:lvl3pPr>
              <a:defRPr sz="1950" b="0">
                <a:solidFill>
                  <a:srgbClr val="536B7B"/>
                </a:solidFill>
                <a:latin typeface="Arial"/>
                <a:ea typeface="Arial"/>
                <a:cs typeface="Arial"/>
              </a:defRPr>
            </a:lvl3pPr>
            <a:lvl4pPr>
              <a:defRPr sz="1950" b="0">
                <a:solidFill>
                  <a:srgbClr val="536B7B"/>
                </a:solidFill>
                <a:latin typeface="Arial"/>
                <a:ea typeface="Arial"/>
                <a:cs typeface="Arial"/>
              </a:defRPr>
            </a:lvl4pPr>
            <a:lvl5pPr>
              <a:defRPr sz="1950" b="0">
                <a:solidFill>
                  <a:srgbClr val="536B7B"/>
                </a:solidFill>
                <a:latin typeface="Arial"/>
                <a:ea typeface="Arial"/>
                <a:cs typeface="Arial"/>
              </a:defRPr>
            </a:lvl5pPr>
            <a:lvl6pPr>
              <a:defRPr sz="1950" b="0">
                <a:solidFill>
                  <a:srgbClr val="536B7B"/>
                </a:solidFill>
                <a:latin typeface="Arial"/>
                <a:ea typeface="Arial"/>
                <a:cs typeface="Arial"/>
              </a:defRPr>
            </a:lvl6pPr>
            <a:lvl7pPr>
              <a:defRPr sz="1950" b="0">
                <a:solidFill>
                  <a:srgbClr val="536B7B"/>
                </a:solidFill>
                <a:latin typeface="Arial"/>
                <a:ea typeface="Arial"/>
                <a:cs typeface="Arial"/>
              </a:defRPr>
            </a:lvl7pPr>
            <a:lvl8pPr>
              <a:defRPr sz="1950" b="0">
                <a:solidFill>
                  <a:srgbClr val="536B7B"/>
                </a:solidFill>
                <a:latin typeface="Arial"/>
                <a:ea typeface="Arial"/>
                <a:cs typeface="Arial"/>
              </a:defRPr>
            </a:lvl8pPr>
            <a:lvl9pPr>
              <a:defRPr sz="1950" b="0">
                <a:solidFill>
                  <a:srgbClr val="536B7B"/>
                </a:solidFill>
                <a:latin typeface="Arial"/>
                <a:ea typeface="Arial"/>
                <a:cs typeface="Arial"/>
              </a:defRPr>
            </a:lvl9pPr>
          </a:lstStyle>
          <a:p xmlns:a="http://schemas.openxmlformats.org/drawingml/2006/main">
            <a:pPr>
              <a:defRPr sz="1950" b="0">
                <a:solidFill>
                  <a:srgbClr val="536B7B"/>
                </a:solidFill>
                <a:latin typeface="Arial"/>
                <a:ea typeface="Arial"/>
                <a:cs typeface="Arial"/>
              </a:defRPr>
            </a:pPr>
            <a:r>
              <a:rPr sz="1950" b="0">
                <a:solidFill>
                  <a:srgbClr val="536B7B"/>
                </a:solidFill>
                <a:latin typeface="Arial"/>
                <a:ea typeface="Arial"/>
                <a:cs typeface="Arial"/>
              </a:rPr>
              <a:t>held-out accuracy</a:t>
            </a:r>
          </a:p>
          <a:p xmlns:a="http://schemas.openxmlformats.org/drawingml/2006/main">
            <a:pPr>
              <a:defRPr sz="1950" b="0">
                <a:solidFill>
                  <a:srgbClr val="536B7B"/>
                </a:solidFill>
                <a:latin typeface="Arial"/>
                <a:ea typeface="Arial"/>
                <a:cs typeface="Arial"/>
              </a:defRPr>
            </a:pPr>
            <a:r>
              <a:rPr sz="1950" b="0">
                <a:solidFill>
                  <a:srgbClr val="536B7B"/>
                </a:solidFill>
                <a:latin typeface="Arial"/>
                <a:ea typeface="Arial"/>
                <a:cs typeface="Arial"/>
              </a:rPr>
              <a:t>on 8 videos</a:t>
            </a:r>
          </a:p>
        </p:txBody>
      </p:sp>
      <p:sp>
        <p:nvSpPr>
          <p:cNvPr id="10" name="">
            <a:extLst xmlns:a="http://schemas.openxmlformats.org/drawingml/2006/main">
              <a:ext uri="{FF2B5EF4-FFF2-40B4-BE49-F238E27FC236}">
                <a16:creationId xmlns:a16="http://schemas.microsoft.com/office/drawing/2014/main" id="{B1EB421C-4FFE-42BF-B2DB-CAE24E3F8081}"/>
              </a:ext>
            </a:extLst>
          </p:cNvPr>
          <p:cNvSpPr>
            <a:spLocks xmlns:a="http://schemas.openxmlformats.org/drawingml/2006/main" noGrp="1"/>
          </p:cNvSpPr>
          <p:nvPr/>
        </p:nvSpPr>
        <p:spPr>
          <a:xfrm xmlns:a="http://schemas.openxmlformats.org/drawingml/2006/main">
            <a:off x="609600" y="4257675"/>
            <a:ext cx="10953750" cy="0"/>
          </a:xfrm>
          <a:prstGeom xmlns:a="http://schemas.openxmlformats.org/drawingml/2006/main" prst="line">
            <a:avLst/>
          </a:prstGeom>
          <a:ln xmlns:a="http://schemas.openxmlformats.org/drawingml/2006/main" w="19050">
            <a:solidFill>
              <a:srgbClr val="D4E0E6"/>
            </a:solidFill>
          </a:ln>
        </p:spPr>
      </p:sp>
      <p:sp>
        <p:nvSpPr>
          <p:cNvPr id="11" name="Precision 50%     Recall 50%     F1 0.50">
            <a:extLst xmlns:a="http://schemas.openxmlformats.org/drawingml/2006/main">
              <a:ext uri="{FF2B5EF4-FFF2-40B4-BE49-F238E27FC236}">
                <a16:creationId xmlns:a16="http://schemas.microsoft.com/office/drawing/2014/main" id="{E476202C-A70C-40EA-BEFB-61AE1A47B735}"/>
              </a:ext>
            </a:extLst>
          </p:cNvPr>
          <p:cNvSpPr>
            <a:spLocks xmlns:a="http://schemas.openxmlformats.org/drawingml/2006/main" noGrp="1"/>
          </p:cNvSpPr>
          <p:nvPr/>
        </p:nvSpPr>
        <p:spPr>
          <a:xfrm xmlns:a="http://schemas.openxmlformats.org/drawingml/2006/main">
            <a:off x="609600" y="450532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32E40"/>
                </a:solidFill>
                <a:latin typeface="Arial"/>
                <a:ea typeface="Arial"/>
                <a:cs typeface="Arial"/>
              </a:defRPr>
            </a:defPPr>
            <a:lvl1pPr>
              <a:defRPr sz="2100" b="1">
                <a:solidFill>
                  <a:srgbClr val="132E40"/>
                </a:solidFill>
                <a:latin typeface="Arial"/>
                <a:ea typeface="Arial"/>
                <a:cs typeface="Arial"/>
              </a:defRPr>
            </a:lvl1pPr>
            <a:lvl2pPr>
              <a:defRPr sz="2100" b="1">
                <a:solidFill>
                  <a:srgbClr val="132E40"/>
                </a:solidFill>
                <a:latin typeface="Arial"/>
                <a:ea typeface="Arial"/>
                <a:cs typeface="Arial"/>
              </a:defRPr>
            </a:lvl2pPr>
            <a:lvl3pPr>
              <a:defRPr sz="2100" b="1">
                <a:solidFill>
                  <a:srgbClr val="132E40"/>
                </a:solidFill>
                <a:latin typeface="Arial"/>
                <a:ea typeface="Arial"/>
                <a:cs typeface="Arial"/>
              </a:defRPr>
            </a:lvl3pPr>
            <a:lvl4pPr>
              <a:defRPr sz="2100" b="1">
                <a:solidFill>
                  <a:srgbClr val="132E40"/>
                </a:solidFill>
                <a:latin typeface="Arial"/>
                <a:ea typeface="Arial"/>
                <a:cs typeface="Arial"/>
              </a:defRPr>
            </a:lvl4pPr>
            <a:lvl5pPr>
              <a:defRPr sz="2100" b="1">
                <a:solidFill>
                  <a:srgbClr val="132E40"/>
                </a:solidFill>
                <a:latin typeface="Arial"/>
                <a:ea typeface="Arial"/>
                <a:cs typeface="Arial"/>
              </a:defRPr>
            </a:lvl5pPr>
            <a:lvl6pPr>
              <a:defRPr sz="2100" b="1">
                <a:solidFill>
                  <a:srgbClr val="132E40"/>
                </a:solidFill>
                <a:latin typeface="Arial"/>
                <a:ea typeface="Arial"/>
                <a:cs typeface="Arial"/>
              </a:defRPr>
            </a:lvl6pPr>
            <a:lvl7pPr>
              <a:defRPr sz="2100" b="1">
                <a:solidFill>
                  <a:srgbClr val="132E40"/>
                </a:solidFill>
                <a:latin typeface="Arial"/>
                <a:ea typeface="Arial"/>
                <a:cs typeface="Arial"/>
              </a:defRPr>
            </a:lvl7pPr>
            <a:lvl8pPr>
              <a:defRPr sz="2100" b="1">
                <a:solidFill>
                  <a:srgbClr val="132E40"/>
                </a:solidFill>
                <a:latin typeface="Arial"/>
                <a:ea typeface="Arial"/>
                <a:cs typeface="Arial"/>
              </a:defRPr>
            </a:lvl8pPr>
            <a:lvl9pPr>
              <a:defRPr sz="2100" b="1">
                <a:solidFill>
                  <a:srgbClr val="132E40"/>
                </a:solidFill>
                <a:latin typeface="Arial"/>
                <a:ea typeface="Arial"/>
                <a:cs typeface="Arial"/>
              </a:defRPr>
            </a:lvl9pPr>
          </a:lstStyle>
          <a:p xmlns:a="http://schemas.openxmlformats.org/drawingml/2006/main">
            <a:pPr>
              <a:defRPr sz="2100" b="1">
                <a:solidFill>
                  <a:srgbClr val="132E40"/>
                </a:solidFill>
                <a:latin typeface="Arial"/>
                <a:ea typeface="Arial"/>
                <a:cs typeface="Arial"/>
              </a:defRPr>
            </a:pPr>
            <a:r>
              <a:rPr sz="2100" b="1">
                <a:solidFill>
                  <a:srgbClr val="132E40"/>
                </a:solidFill>
                <a:latin typeface="Arial"/>
                <a:ea typeface="Arial"/>
                <a:cs typeface="Arial"/>
              </a:rPr>
              <a:t>Precision 50%     Recall 50%     F1 0.50</a:t>
            </a:r>
          </a:p>
        </p:txBody>
      </p:sp>
      <p:sp>
        <p:nvSpPr>
          <p:cNvPr id="12" name="Regulatory context: Kazakhstan National Bank Resolution">
            <a:extLst xmlns:a="http://schemas.openxmlformats.org/drawingml/2006/main">
              <a:ext uri="{FF2B5EF4-FFF2-40B4-BE49-F238E27FC236}">
                <a16:creationId xmlns:a16="http://schemas.microsoft.com/office/drawing/2014/main" id="{D40816D9-AC4D-4859-BE2D-35680F0A7548}"/>
              </a:ext>
            </a:extLst>
          </p:cNvPr>
          <p:cNvSpPr>
            <a:spLocks xmlns:a="http://schemas.openxmlformats.org/drawingml/2006/main" noGrp="1"/>
          </p:cNvSpPr>
          <p:nvPr/>
        </p:nvSpPr>
        <p:spPr>
          <a:xfrm xmlns:a="http://schemas.openxmlformats.org/drawingml/2006/main">
            <a:off x="609600" y="5238750"/>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B7B"/>
                </a:solidFill>
                <a:latin typeface="Arial"/>
                <a:ea typeface="Arial"/>
                <a:cs typeface="Arial"/>
              </a:defRPr>
            </a:defPPr>
            <a:lvl1pPr>
              <a:defRPr sz="1875" b="0">
                <a:solidFill>
                  <a:srgbClr val="536B7B"/>
                </a:solidFill>
                <a:latin typeface="Arial"/>
                <a:ea typeface="Arial"/>
                <a:cs typeface="Arial"/>
              </a:defRPr>
            </a:lvl1pPr>
            <a:lvl2pPr>
              <a:defRPr sz="1875" b="0">
                <a:solidFill>
                  <a:srgbClr val="536B7B"/>
                </a:solidFill>
                <a:latin typeface="Arial"/>
                <a:ea typeface="Arial"/>
                <a:cs typeface="Arial"/>
              </a:defRPr>
            </a:lvl2pPr>
            <a:lvl3pPr>
              <a:defRPr sz="1875" b="0">
                <a:solidFill>
                  <a:srgbClr val="536B7B"/>
                </a:solidFill>
                <a:latin typeface="Arial"/>
                <a:ea typeface="Arial"/>
                <a:cs typeface="Arial"/>
              </a:defRPr>
            </a:lvl3pPr>
            <a:lvl4pPr>
              <a:defRPr sz="1875" b="0">
                <a:solidFill>
                  <a:srgbClr val="536B7B"/>
                </a:solidFill>
                <a:latin typeface="Arial"/>
                <a:ea typeface="Arial"/>
                <a:cs typeface="Arial"/>
              </a:defRPr>
            </a:lvl4pPr>
            <a:lvl5pPr>
              <a:defRPr sz="1875" b="0">
                <a:solidFill>
                  <a:srgbClr val="536B7B"/>
                </a:solidFill>
                <a:latin typeface="Arial"/>
                <a:ea typeface="Arial"/>
                <a:cs typeface="Arial"/>
              </a:defRPr>
            </a:lvl5pPr>
            <a:lvl6pPr>
              <a:defRPr sz="1875" b="0">
                <a:solidFill>
                  <a:srgbClr val="536B7B"/>
                </a:solidFill>
                <a:latin typeface="Arial"/>
                <a:ea typeface="Arial"/>
                <a:cs typeface="Arial"/>
              </a:defRPr>
            </a:lvl6pPr>
            <a:lvl7pPr>
              <a:defRPr sz="1875" b="0">
                <a:solidFill>
                  <a:srgbClr val="536B7B"/>
                </a:solidFill>
                <a:latin typeface="Arial"/>
                <a:ea typeface="Arial"/>
                <a:cs typeface="Arial"/>
              </a:defRPr>
            </a:lvl7pPr>
            <a:lvl8pPr>
              <a:defRPr sz="1875" b="0">
                <a:solidFill>
                  <a:srgbClr val="536B7B"/>
                </a:solidFill>
                <a:latin typeface="Arial"/>
                <a:ea typeface="Arial"/>
                <a:cs typeface="Arial"/>
              </a:defRPr>
            </a:lvl8pPr>
            <a:lvl9pPr>
              <a:defRPr sz="1875" b="0">
                <a:solidFill>
                  <a:srgbClr val="536B7B"/>
                </a:solidFill>
                <a:latin typeface="Arial"/>
                <a:ea typeface="Arial"/>
                <a:cs typeface="Arial"/>
              </a:defRPr>
            </a:lvl9pPr>
          </a:lstStyle>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Regulatory context: Kazakhstan National Bank Resolution No. 231, 29 Nov 2019.</a:t>
            </a:r>
          </a:p>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Verified event-to-clause mapping remains unfinished.</a:t>
            </a:r>
          </a:p>
        </p:txBody>
      </p:sp>
      <p:sp>
        <p:nvSpPr>
          <p:cNvPr id="13" name="Saved baseline experiment. Production reliability and c">
            <a:extLst xmlns:a="http://schemas.openxmlformats.org/drawingml/2006/main">
              <a:ext uri="{FF2B5EF4-FFF2-40B4-BE49-F238E27FC236}">
                <a16:creationId xmlns:a16="http://schemas.microsoft.com/office/drawing/2014/main" id="{359EA57C-793C-4DD9-9D90-D58EE7F9DD67}"/>
              </a:ext>
            </a:extLst>
          </p:cNvPr>
          <p:cNvSpPr>
            <a:spLocks xmlns:a="http://schemas.openxmlformats.org/drawingml/2006/main" noGrp="1"/>
          </p:cNvSpPr>
          <p:nvPr/>
        </p:nvSpPr>
        <p:spPr>
          <a:xfrm xmlns:a="http://schemas.openxmlformats.org/drawingml/2006/main">
            <a:off x="609600" y="625792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7B"/>
                </a:solidFill>
                <a:latin typeface="Arial"/>
                <a:ea typeface="Arial"/>
                <a:cs typeface="Arial"/>
              </a:defRPr>
            </a:defPPr>
            <a:lvl1pPr>
              <a:defRPr sz="1350" b="0">
                <a:solidFill>
                  <a:srgbClr val="536B7B"/>
                </a:solidFill>
                <a:latin typeface="Arial"/>
                <a:ea typeface="Arial"/>
                <a:cs typeface="Arial"/>
              </a:defRPr>
            </a:lvl1pPr>
            <a:lvl2pPr>
              <a:defRPr sz="1350" b="0">
                <a:solidFill>
                  <a:srgbClr val="536B7B"/>
                </a:solidFill>
                <a:latin typeface="Arial"/>
                <a:ea typeface="Arial"/>
                <a:cs typeface="Arial"/>
              </a:defRPr>
            </a:lvl2pPr>
            <a:lvl3pPr>
              <a:defRPr sz="1350" b="0">
                <a:solidFill>
                  <a:srgbClr val="536B7B"/>
                </a:solidFill>
                <a:latin typeface="Arial"/>
                <a:ea typeface="Arial"/>
                <a:cs typeface="Arial"/>
              </a:defRPr>
            </a:lvl3pPr>
            <a:lvl4pPr>
              <a:defRPr sz="1350" b="0">
                <a:solidFill>
                  <a:srgbClr val="536B7B"/>
                </a:solidFill>
                <a:latin typeface="Arial"/>
                <a:ea typeface="Arial"/>
                <a:cs typeface="Arial"/>
              </a:defRPr>
            </a:lvl4pPr>
            <a:lvl5pPr>
              <a:defRPr sz="1350" b="0">
                <a:solidFill>
                  <a:srgbClr val="536B7B"/>
                </a:solidFill>
                <a:latin typeface="Arial"/>
                <a:ea typeface="Arial"/>
                <a:cs typeface="Arial"/>
              </a:defRPr>
            </a:lvl5pPr>
            <a:lvl6pPr>
              <a:defRPr sz="1350" b="0">
                <a:solidFill>
                  <a:srgbClr val="536B7B"/>
                </a:solidFill>
                <a:latin typeface="Arial"/>
                <a:ea typeface="Arial"/>
                <a:cs typeface="Arial"/>
              </a:defRPr>
            </a:lvl6pPr>
            <a:lvl7pPr>
              <a:defRPr sz="1350" b="0">
                <a:solidFill>
                  <a:srgbClr val="536B7B"/>
                </a:solidFill>
                <a:latin typeface="Arial"/>
                <a:ea typeface="Arial"/>
                <a:cs typeface="Arial"/>
              </a:defRPr>
            </a:lvl7pPr>
            <a:lvl8pPr>
              <a:defRPr sz="1350" b="0">
                <a:solidFill>
                  <a:srgbClr val="536B7B"/>
                </a:solidFill>
                <a:latin typeface="Arial"/>
                <a:ea typeface="Arial"/>
                <a:cs typeface="Arial"/>
              </a:defRPr>
            </a:lvl8pPr>
            <a:lvl9pPr>
              <a:defRPr sz="1350" b="0">
                <a:solidFill>
                  <a:srgbClr val="536B7B"/>
                </a:solidFill>
                <a:latin typeface="Arial"/>
                <a:ea typeface="Arial"/>
                <a:cs typeface="Arial"/>
              </a:defRPr>
            </a:lvl9pPr>
          </a:lstStyle>
          <a:p xmlns:a="http://schemas.openxmlformats.org/drawingml/2006/main">
            <a:pPr>
              <a:defRPr sz="1350" b="0">
                <a:solidFill>
                  <a:srgbClr val="536B7B"/>
                </a:solidFill>
                <a:latin typeface="Arial"/>
                <a:ea typeface="Arial"/>
                <a:cs typeface="Arial"/>
              </a:defRPr>
            </a:pPr>
            <a:r>
              <a:rPr sz="1350" b="0">
                <a:solidFill>
                  <a:srgbClr val="536B7B"/>
                </a:solidFill>
                <a:latin typeface="Arial"/>
                <a:ea typeface="Arial"/>
                <a:cs typeface="Arial"/>
              </a:rPr>
              <a:t>Saved baseline experiment. Production reliability and camera-angle robustness are unproven.</a:t>
            </a:r>
          </a:p>
        </p:txBody>
      </p:sp>
    </p:spTree>
    <p:extLst>
      <p:ext uri="{BB962C8B-B14F-4D97-AF65-F5344CB8AC3E}">
        <p14:creationId xmlns:p14="http://schemas.microsoft.com/office/powerpoint/2010/main" val="8754876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LEARITY">
            <a:extLst xmlns:a="http://schemas.openxmlformats.org/drawingml/2006/main">
              <a:ext uri="{FF2B5EF4-FFF2-40B4-BE49-F238E27FC236}">
                <a16:creationId xmlns:a16="http://schemas.microsoft.com/office/drawing/2014/main" id="{988678AF-11E0-4C17-8754-70786380D12E}"/>
              </a:ext>
            </a:extLst>
          </p:cNvPr>
          <p:cNvSpPr>
            <a:spLocks xmlns:a="http://schemas.openxmlformats.org/drawingml/2006/main" noGrp="1"/>
          </p:cNvSpPr>
          <p:nvPr/>
        </p:nvSpPr>
        <p:spPr>
          <a:xfrm xmlns:a="http://schemas.openxmlformats.org/drawingml/2006/main">
            <a:off x="609600" y="33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36B7B"/>
                </a:solidFill>
                <a:latin typeface="Arial"/>
                <a:ea typeface="Arial"/>
                <a:cs typeface="Arial"/>
              </a:defRPr>
            </a:defPPr>
            <a:lvl1pPr>
              <a:defRPr sz="1350" b="1">
                <a:solidFill>
                  <a:srgbClr val="536B7B"/>
                </a:solidFill>
                <a:latin typeface="Arial"/>
                <a:ea typeface="Arial"/>
                <a:cs typeface="Arial"/>
              </a:defRPr>
            </a:lvl1pPr>
            <a:lvl2pPr>
              <a:defRPr sz="1350" b="1">
                <a:solidFill>
                  <a:srgbClr val="536B7B"/>
                </a:solidFill>
                <a:latin typeface="Arial"/>
                <a:ea typeface="Arial"/>
                <a:cs typeface="Arial"/>
              </a:defRPr>
            </a:lvl2pPr>
            <a:lvl3pPr>
              <a:defRPr sz="1350" b="1">
                <a:solidFill>
                  <a:srgbClr val="536B7B"/>
                </a:solidFill>
                <a:latin typeface="Arial"/>
                <a:ea typeface="Arial"/>
                <a:cs typeface="Arial"/>
              </a:defRPr>
            </a:lvl3pPr>
            <a:lvl4pPr>
              <a:defRPr sz="1350" b="1">
                <a:solidFill>
                  <a:srgbClr val="536B7B"/>
                </a:solidFill>
                <a:latin typeface="Arial"/>
                <a:ea typeface="Arial"/>
                <a:cs typeface="Arial"/>
              </a:defRPr>
            </a:lvl4pPr>
            <a:lvl5pPr>
              <a:defRPr sz="1350" b="1">
                <a:solidFill>
                  <a:srgbClr val="536B7B"/>
                </a:solidFill>
                <a:latin typeface="Arial"/>
                <a:ea typeface="Arial"/>
                <a:cs typeface="Arial"/>
              </a:defRPr>
            </a:lvl5pPr>
            <a:lvl6pPr>
              <a:defRPr sz="1350" b="1">
                <a:solidFill>
                  <a:srgbClr val="536B7B"/>
                </a:solidFill>
                <a:latin typeface="Arial"/>
                <a:ea typeface="Arial"/>
                <a:cs typeface="Arial"/>
              </a:defRPr>
            </a:lvl6pPr>
            <a:lvl7pPr>
              <a:defRPr sz="1350" b="1">
                <a:solidFill>
                  <a:srgbClr val="536B7B"/>
                </a:solidFill>
                <a:latin typeface="Arial"/>
                <a:ea typeface="Arial"/>
                <a:cs typeface="Arial"/>
              </a:defRPr>
            </a:lvl7pPr>
            <a:lvl8pPr>
              <a:defRPr sz="1350" b="1">
                <a:solidFill>
                  <a:srgbClr val="536B7B"/>
                </a:solidFill>
                <a:latin typeface="Arial"/>
                <a:ea typeface="Arial"/>
                <a:cs typeface="Arial"/>
              </a:defRPr>
            </a:lvl8pPr>
            <a:lvl9pPr>
              <a:defRPr sz="1350" b="1">
                <a:solidFill>
                  <a:srgbClr val="536B7B"/>
                </a:solidFill>
                <a:latin typeface="Arial"/>
                <a:ea typeface="Arial"/>
                <a:cs typeface="Arial"/>
              </a:defRPr>
            </a:lvl9pPr>
          </a:lstStyle>
          <a:p xmlns:a="http://schemas.openxmlformats.org/drawingml/2006/main">
            <a:pPr>
              <a:defRPr sz="1350" b="1">
                <a:solidFill>
                  <a:srgbClr val="536B7B"/>
                </a:solidFill>
                <a:latin typeface="Arial"/>
                <a:ea typeface="Arial"/>
                <a:cs typeface="Arial"/>
              </a:defRPr>
            </a:pPr>
            <a:r>
              <a:rPr sz="1350" b="1">
                <a:solidFill>
                  <a:srgbClr val="536B7B"/>
                </a:solidFill>
                <a:latin typeface="Arial"/>
                <a:ea typeface="Arial"/>
                <a:cs typeface="Arial"/>
              </a:rPr>
              <a:t>CLEARITY</a:t>
            </a:r>
          </a:p>
        </p:txBody>
      </p:sp>
      <p:sp>
        <p:nvSpPr>
          <p:cNvPr id="2" name="06 / 07">
            <a:extLst xmlns:a="http://schemas.openxmlformats.org/drawingml/2006/main">
              <a:ext uri="{FF2B5EF4-FFF2-40B4-BE49-F238E27FC236}">
                <a16:creationId xmlns:a16="http://schemas.microsoft.com/office/drawing/2014/main" id="{FFC705DC-97C3-40AB-98A0-909AEF15B242}"/>
              </a:ext>
            </a:extLst>
          </p:cNvPr>
          <p:cNvSpPr>
            <a:spLocks xmlns:a="http://schemas.openxmlformats.org/drawingml/2006/main" noGrp="1"/>
          </p:cNvSpPr>
          <p:nvPr/>
        </p:nvSpPr>
        <p:spPr>
          <a:xfrm xmlns:a="http://schemas.openxmlformats.org/drawingml/2006/main">
            <a:off x="10572750" y="333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7B"/>
                </a:solidFill>
                <a:latin typeface="Arial"/>
                <a:ea typeface="Arial"/>
                <a:cs typeface="Arial"/>
              </a:defRPr>
            </a:defPPr>
            <a:lvl1pPr>
              <a:defRPr sz="1350" b="0">
                <a:solidFill>
                  <a:srgbClr val="536B7B"/>
                </a:solidFill>
                <a:latin typeface="Arial"/>
                <a:ea typeface="Arial"/>
                <a:cs typeface="Arial"/>
              </a:defRPr>
            </a:lvl1pPr>
            <a:lvl2pPr>
              <a:defRPr sz="1350" b="0">
                <a:solidFill>
                  <a:srgbClr val="536B7B"/>
                </a:solidFill>
                <a:latin typeface="Arial"/>
                <a:ea typeface="Arial"/>
                <a:cs typeface="Arial"/>
              </a:defRPr>
            </a:lvl2pPr>
            <a:lvl3pPr>
              <a:defRPr sz="1350" b="0">
                <a:solidFill>
                  <a:srgbClr val="536B7B"/>
                </a:solidFill>
                <a:latin typeface="Arial"/>
                <a:ea typeface="Arial"/>
                <a:cs typeface="Arial"/>
              </a:defRPr>
            </a:lvl3pPr>
            <a:lvl4pPr>
              <a:defRPr sz="1350" b="0">
                <a:solidFill>
                  <a:srgbClr val="536B7B"/>
                </a:solidFill>
                <a:latin typeface="Arial"/>
                <a:ea typeface="Arial"/>
                <a:cs typeface="Arial"/>
              </a:defRPr>
            </a:lvl4pPr>
            <a:lvl5pPr>
              <a:defRPr sz="1350" b="0">
                <a:solidFill>
                  <a:srgbClr val="536B7B"/>
                </a:solidFill>
                <a:latin typeface="Arial"/>
                <a:ea typeface="Arial"/>
                <a:cs typeface="Arial"/>
              </a:defRPr>
            </a:lvl5pPr>
            <a:lvl6pPr>
              <a:defRPr sz="1350" b="0">
                <a:solidFill>
                  <a:srgbClr val="536B7B"/>
                </a:solidFill>
                <a:latin typeface="Arial"/>
                <a:ea typeface="Arial"/>
                <a:cs typeface="Arial"/>
              </a:defRPr>
            </a:lvl6pPr>
            <a:lvl7pPr>
              <a:defRPr sz="1350" b="0">
                <a:solidFill>
                  <a:srgbClr val="536B7B"/>
                </a:solidFill>
                <a:latin typeface="Arial"/>
                <a:ea typeface="Arial"/>
                <a:cs typeface="Arial"/>
              </a:defRPr>
            </a:lvl7pPr>
            <a:lvl8pPr>
              <a:defRPr sz="1350" b="0">
                <a:solidFill>
                  <a:srgbClr val="536B7B"/>
                </a:solidFill>
                <a:latin typeface="Arial"/>
                <a:ea typeface="Arial"/>
                <a:cs typeface="Arial"/>
              </a:defRPr>
            </a:lvl8pPr>
            <a:lvl9pPr>
              <a:defRPr sz="1350" b="0">
                <a:solidFill>
                  <a:srgbClr val="536B7B"/>
                </a:solidFill>
                <a:latin typeface="Arial"/>
                <a:ea typeface="Arial"/>
                <a:cs typeface="Arial"/>
              </a:defRPr>
            </a:lvl9pPr>
          </a:lstStyle>
          <a:p xmlns:a="http://schemas.openxmlformats.org/drawingml/2006/main">
            <a:pPr>
              <a:defRPr sz="1350" b="0">
                <a:solidFill>
                  <a:srgbClr val="536B7B"/>
                </a:solidFill>
                <a:latin typeface="Arial"/>
                <a:ea typeface="Arial"/>
                <a:cs typeface="Arial"/>
              </a:defRPr>
            </a:pPr>
            <a:r>
              <a:rPr sz="1350" b="0">
                <a:solidFill>
                  <a:srgbClr val="536B7B"/>
                </a:solidFill>
                <a:latin typeface="Arial"/>
                <a:ea typeface="Arial"/>
                <a:cs typeface="Arial"/>
              </a:rPr>
              <a:t>06 / 07</a:t>
            </a:r>
          </a:p>
        </p:txBody>
      </p:sp>
      <p:sp>
        <p:nvSpPr>
          <p:cNvPr id="3" name="Demo storyboard and verification status">
            <a:extLst xmlns:a="http://schemas.openxmlformats.org/drawingml/2006/main">
              <a:ext uri="{FF2B5EF4-FFF2-40B4-BE49-F238E27FC236}">
                <a16:creationId xmlns:a16="http://schemas.microsoft.com/office/drawing/2014/main" id="{E7F4A0F7-D9D7-4D4C-86F3-C61DE2A91CE3}"/>
              </a:ext>
            </a:extLst>
          </p:cNvPr>
          <p:cNvSpPr>
            <a:spLocks xmlns:a="http://schemas.openxmlformats.org/drawingml/2006/main" noGrp="1"/>
          </p:cNvSpPr>
          <p:nvPr/>
        </p:nvSpPr>
        <p:spPr>
          <a:xfrm xmlns:a="http://schemas.openxmlformats.org/drawingml/2006/main">
            <a:off x="609600" y="93345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32E40"/>
                </a:solidFill>
                <a:latin typeface="Arial"/>
                <a:ea typeface="Arial"/>
                <a:cs typeface="Arial"/>
              </a:defRPr>
            </a:defPPr>
            <a:lvl1pPr>
              <a:defRPr sz="3300" b="1">
                <a:solidFill>
                  <a:srgbClr val="132E40"/>
                </a:solidFill>
                <a:latin typeface="Arial"/>
                <a:ea typeface="Arial"/>
                <a:cs typeface="Arial"/>
              </a:defRPr>
            </a:lvl1pPr>
            <a:lvl2pPr>
              <a:defRPr sz="3300" b="1">
                <a:solidFill>
                  <a:srgbClr val="132E40"/>
                </a:solidFill>
                <a:latin typeface="Arial"/>
                <a:ea typeface="Arial"/>
                <a:cs typeface="Arial"/>
              </a:defRPr>
            </a:lvl2pPr>
            <a:lvl3pPr>
              <a:defRPr sz="3300" b="1">
                <a:solidFill>
                  <a:srgbClr val="132E40"/>
                </a:solidFill>
                <a:latin typeface="Arial"/>
                <a:ea typeface="Arial"/>
                <a:cs typeface="Arial"/>
              </a:defRPr>
            </a:lvl3pPr>
            <a:lvl4pPr>
              <a:defRPr sz="3300" b="1">
                <a:solidFill>
                  <a:srgbClr val="132E40"/>
                </a:solidFill>
                <a:latin typeface="Arial"/>
                <a:ea typeface="Arial"/>
                <a:cs typeface="Arial"/>
              </a:defRPr>
            </a:lvl4pPr>
            <a:lvl5pPr>
              <a:defRPr sz="3300" b="1">
                <a:solidFill>
                  <a:srgbClr val="132E40"/>
                </a:solidFill>
                <a:latin typeface="Arial"/>
                <a:ea typeface="Arial"/>
                <a:cs typeface="Arial"/>
              </a:defRPr>
            </a:lvl5pPr>
            <a:lvl6pPr>
              <a:defRPr sz="3300" b="1">
                <a:solidFill>
                  <a:srgbClr val="132E40"/>
                </a:solidFill>
                <a:latin typeface="Arial"/>
                <a:ea typeface="Arial"/>
                <a:cs typeface="Arial"/>
              </a:defRPr>
            </a:lvl6pPr>
            <a:lvl7pPr>
              <a:defRPr sz="3300" b="1">
                <a:solidFill>
                  <a:srgbClr val="132E40"/>
                </a:solidFill>
                <a:latin typeface="Arial"/>
                <a:ea typeface="Arial"/>
                <a:cs typeface="Arial"/>
              </a:defRPr>
            </a:lvl7pPr>
            <a:lvl8pPr>
              <a:defRPr sz="3300" b="1">
                <a:solidFill>
                  <a:srgbClr val="132E40"/>
                </a:solidFill>
                <a:latin typeface="Arial"/>
                <a:ea typeface="Arial"/>
                <a:cs typeface="Arial"/>
              </a:defRPr>
            </a:lvl8pPr>
            <a:lvl9pPr>
              <a:defRPr sz="3300" b="1">
                <a:solidFill>
                  <a:srgbClr val="132E40"/>
                </a:solidFill>
                <a:latin typeface="Arial"/>
                <a:ea typeface="Arial"/>
                <a:cs typeface="Arial"/>
              </a:defRPr>
            </a:lvl9pPr>
          </a:lstStyle>
          <a:p xmlns:a="http://schemas.openxmlformats.org/drawingml/2006/main">
            <a:pPr>
              <a:defRPr sz="3300" b="1">
                <a:solidFill>
                  <a:srgbClr val="132E40"/>
                </a:solidFill>
                <a:latin typeface="Arial"/>
                <a:ea typeface="Arial"/>
                <a:cs typeface="Arial"/>
              </a:defRPr>
            </a:pPr>
            <a:r>
              <a:rPr sz="3300" b="1">
                <a:solidFill>
                  <a:srgbClr val="132E40"/>
                </a:solidFill>
                <a:latin typeface="Arial"/>
                <a:ea typeface="Arial"/>
                <a:cs typeface="Arial"/>
              </a:rPr>
              <a:t>Demo storyboard and verification status</a:t>
            </a:r>
          </a:p>
        </p:txBody>
      </p:sp>
      <p:sp>
        <p:nvSpPr>
          <p:cNvPr id="4" name="01  Upload">
            <a:extLst xmlns:a="http://schemas.openxmlformats.org/drawingml/2006/main">
              <a:ext uri="{FF2B5EF4-FFF2-40B4-BE49-F238E27FC236}">
                <a16:creationId xmlns:a16="http://schemas.microsoft.com/office/drawing/2014/main" id="{BA696DDD-699B-4D90-94A6-97050DD07506}"/>
              </a:ext>
            </a:extLst>
          </p:cNvPr>
          <p:cNvSpPr>
            <a:spLocks xmlns:a="http://schemas.openxmlformats.org/drawingml/2006/main" noGrp="1"/>
          </p:cNvSpPr>
          <p:nvPr/>
        </p:nvSpPr>
        <p:spPr>
          <a:xfrm xmlns:a="http://schemas.openxmlformats.org/drawingml/2006/main">
            <a:off x="609600" y="213360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32E40"/>
                </a:solidFill>
                <a:latin typeface="Arial"/>
                <a:ea typeface="Arial"/>
                <a:cs typeface="Arial"/>
              </a:defRPr>
            </a:defPPr>
            <a:lvl1pPr>
              <a:defRPr sz="2175" b="1">
                <a:solidFill>
                  <a:srgbClr val="132E40"/>
                </a:solidFill>
                <a:latin typeface="Arial"/>
                <a:ea typeface="Arial"/>
                <a:cs typeface="Arial"/>
              </a:defRPr>
            </a:lvl1pPr>
            <a:lvl2pPr>
              <a:defRPr sz="2175" b="1">
                <a:solidFill>
                  <a:srgbClr val="132E40"/>
                </a:solidFill>
                <a:latin typeface="Arial"/>
                <a:ea typeface="Arial"/>
                <a:cs typeface="Arial"/>
              </a:defRPr>
            </a:lvl2pPr>
            <a:lvl3pPr>
              <a:defRPr sz="2175" b="1">
                <a:solidFill>
                  <a:srgbClr val="132E40"/>
                </a:solidFill>
                <a:latin typeface="Arial"/>
                <a:ea typeface="Arial"/>
                <a:cs typeface="Arial"/>
              </a:defRPr>
            </a:lvl3pPr>
            <a:lvl4pPr>
              <a:defRPr sz="2175" b="1">
                <a:solidFill>
                  <a:srgbClr val="132E40"/>
                </a:solidFill>
                <a:latin typeface="Arial"/>
                <a:ea typeface="Arial"/>
                <a:cs typeface="Arial"/>
              </a:defRPr>
            </a:lvl4pPr>
            <a:lvl5pPr>
              <a:defRPr sz="2175" b="1">
                <a:solidFill>
                  <a:srgbClr val="132E40"/>
                </a:solidFill>
                <a:latin typeface="Arial"/>
                <a:ea typeface="Arial"/>
                <a:cs typeface="Arial"/>
              </a:defRPr>
            </a:lvl5pPr>
            <a:lvl6pPr>
              <a:defRPr sz="2175" b="1">
                <a:solidFill>
                  <a:srgbClr val="132E40"/>
                </a:solidFill>
                <a:latin typeface="Arial"/>
                <a:ea typeface="Arial"/>
                <a:cs typeface="Arial"/>
              </a:defRPr>
            </a:lvl6pPr>
            <a:lvl7pPr>
              <a:defRPr sz="2175" b="1">
                <a:solidFill>
                  <a:srgbClr val="132E40"/>
                </a:solidFill>
                <a:latin typeface="Arial"/>
                <a:ea typeface="Arial"/>
                <a:cs typeface="Arial"/>
              </a:defRPr>
            </a:lvl7pPr>
            <a:lvl8pPr>
              <a:defRPr sz="2175" b="1">
                <a:solidFill>
                  <a:srgbClr val="132E40"/>
                </a:solidFill>
                <a:latin typeface="Arial"/>
                <a:ea typeface="Arial"/>
                <a:cs typeface="Arial"/>
              </a:defRPr>
            </a:lvl8pPr>
            <a:lvl9pPr>
              <a:defRPr sz="2175" b="1">
                <a:solidFill>
                  <a:srgbClr val="132E40"/>
                </a:solidFill>
                <a:latin typeface="Arial"/>
                <a:ea typeface="Arial"/>
                <a:cs typeface="Arial"/>
              </a:defRPr>
            </a:lvl9pPr>
          </a:lstStyle>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01  Upload</a:t>
            </a:r>
          </a:p>
        </p:txBody>
      </p:sp>
      <p:sp>
        <p:nvSpPr>
          <p:cNvPr id="5" name="">
            <a:extLst xmlns:a="http://schemas.openxmlformats.org/drawingml/2006/main">
              <a:ext uri="{FF2B5EF4-FFF2-40B4-BE49-F238E27FC236}">
                <a16:creationId xmlns:a16="http://schemas.microsoft.com/office/drawing/2014/main" id="{040D7021-718A-48A5-9B8C-B83EB2102E26}"/>
              </a:ext>
            </a:extLst>
          </p:cNvPr>
          <p:cNvSpPr>
            <a:spLocks xmlns:a="http://schemas.openxmlformats.org/drawingml/2006/main" noGrp="1"/>
          </p:cNvSpPr>
          <p:nvPr/>
        </p:nvSpPr>
        <p:spPr>
          <a:xfrm xmlns:a="http://schemas.openxmlformats.org/drawingml/2006/main">
            <a:off x="609600" y="2733675"/>
            <a:ext cx="3333750" cy="0"/>
          </a:xfrm>
          <a:prstGeom xmlns:a="http://schemas.openxmlformats.org/drawingml/2006/main" prst="line">
            <a:avLst/>
          </a:prstGeom>
          <a:ln xmlns:a="http://schemas.openxmlformats.org/drawingml/2006/main" w="19050">
            <a:solidFill>
              <a:srgbClr val="D4E0E6"/>
            </a:solidFill>
          </a:ln>
        </p:spPr>
      </p:sp>
      <p:sp>
        <p:nvSpPr>
          <p:cNvPr id="6" name="MOV submission&#10;Screenshot placeholder">
            <a:extLst xmlns:a="http://schemas.openxmlformats.org/drawingml/2006/main">
              <a:ext uri="{FF2B5EF4-FFF2-40B4-BE49-F238E27FC236}">
                <a16:creationId xmlns:a16="http://schemas.microsoft.com/office/drawing/2014/main" id="{27566E02-AD5B-4DC1-8508-D84816DD241D}"/>
              </a:ext>
            </a:extLst>
          </p:cNvPr>
          <p:cNvSpPr>
            <a:spLocks xmlns:a="http://schemas.openxmlformats.org/drawingml/2006/main" noGrp="1"/>
          </p:cNvSpPr>
          <p:nvPr/>
        </p:nvSpPr>
        <p:spPr>
          <a:xfrm xmlns:a="http://schemas.openxmlformats.org/drawingml/2006/main">
            <a:off x="609600" y="3019425"/>
            <a:ext cx="3381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B7B"/>
                </a:solidFill>
                <a:latin typeface="Arial"/>
                <a:ea typeface="Arial"/>
                <a:cs typeface="Arial"/>
              </a:defRPr>
            </a:defPPr>
            <a:lvl1pPr>
              <a:defRPr sz="1875" b="0">
                <a:solidFill>
                  <a:srgbClr val="536B7B"/>
                </a:solidFill>
                <a:latin typeface="Arial"/>
                <a:ea typeface="Arial"/>
                <a:cs typeface="Arial"/>
              </a:defRPr>
            </a:lvl1pPr>
            <a:lvl2pPr>
              <a:defRPr sz="1875" b="0">
                <a:solidFill>
                  <a:srgbClr val="536B7B"/>
                </a:solidFill>
                <a:latin typeface="Arial"/>
                <a:ea typeface="Arial"/>
                <a:cs typeface="Arial"/>
              </a:defRPr>
            </a:lvl2pPr>
            <a:lvl3pPr>
              <a:defRPr sz="1875" b="0">
                <a:solidFill>
                  <a:srgbClr val="536B7B"/>
                </a:solidFill>
                <a:latin typeface="Arial"/>
                <a:ea typeface="Arial"/>
                <a:cs typeface="Arial"/>
              </a:defRPr>
            </a:lvl3pPr>
            <a:lvl4pPr>
              <a:defRPr sz="1875" b="0">
                <a:solidFill>
                  <a:srgbClr val="536B7B"/>
                </a:solidFill>
                <a:latin typeface="Arial"/>
                <a:ea typeface="Arial"/>
                <a:cs typeface="Arial"/>
              </a:defRPr>
            </a:lvl4pPr>
            <a:lvl5pPr>
              <a:defRPr sz="1875" b="0">
                <a:solidFill>
                  <a:srgbClr val="536B7B"/>
                </a:solidFill>
                <a:latin typeface="Arial"/>
                <a:ea typeface="Arial"/>
                <a:cs typeface="Arial"/>
              </a:defRPr>
            </a:lvl5pPr>
            <a:lvl6pPr>
              <a:defRPr sz="1875" b="0">
                <a:solidFill>
                  <a:srgbClr val="536B7B"/>
                </a:solidFill>
                <a:latin typeface="Arial"/>
                <a:ea typeface="Arial"/>
                <a:cs typeface="Arial"/>
              </a:defRPr>
            </a:lvl6pPr>
            <a:lvl7pPr>
              <a:defRPr sz="1875" b="0">
                <a:solidFill>
                  <a:srgbClr val="536B7B"/>
                </a:solidFill>
                <a:latin typeface="Arial"/>
                <a:ea typeface="Arial"/>
                <a:cs typeface="Arial"/>
              </a:defRPr>
            </a:lvl7pPr>
            <a:lvl8pPr>
              <a:defRPr sz="1875" b="0">
                <a:solidFill>
                  <a:srgbClr val="536B7B"/>
                </a:solidFill>
                <a:latin typeface="Arial"/>
                <a:ea typeface="Arial"/>
                <a:cs typeface="Arial"/>
              </a:defRPr>
            </a:lvl8pPr>
            <a:lvl9pPr>
              <a:defRPr sz="1875" b="0">
                <a:solidFill>
                  <a:srgbClr val="536B7B"/>
                </a:solidFill>
                <a:latin typeface="Arial"/>
                <a:ea typeface="Arial"/>
                <a:cs typeface="Arial"/>
              </a:defRPr>
            </a:lvl9pPr>
          </a:lstStyle>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MOV submission</a:t>
            </a:r>
          </a:p>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Screenshot placeholder</a:t>
            </a:r>
          </a:p>
        </p:txBody>
      </p:sp>
      <p:sp>
        <p:nvSpPr>
          <p:cNvPr id="7" name="02  Processing">
            <a:extLst xmlns:a="http://schemas.openxmlformats.org/drawingml/2006/main">
              <a:ext uri="{FF2B5EF4-FFF2-40B4-BE49-F238E27FC236}">
                <a16:creationId xmlns:a16="http://schemas.microsoft.com/office/drawing/2014/main" id="{26561860-7CCD-4825-AB08-552A05966F23}"/>
              </a:ext>
            </a:extLst>
          </p:cNvPr>
          <p:cNvSpPr>
            <a:spLocks xmlns:a="http://schemas.openxmlformats.org/drawingml/2006/main" noGrp="1"/>
          </p:cNvSpPr>
          <p:nvPr/>
        </p:nvSpPr>
        <p:spPr>
          <a:xfrm xmlns:a="http://schemas.openxmlformats.org/drawingml/2006/main">
            <a:off x="4371975" y="213360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32E40"/>
                </a:solidFill>
                <a:latin typeface="Arial"/>
                <a:ea typeface="Arial"/>
                <a:cs typeface="Arial"/>
              </a:defRPr>
            </a:defPPr>
            <a:lvl1pPr>
              <a:defRPr sz="2175" b="1">
                <a:solidFill>
                  <a:srgbClr val="132E40"/>
                </a:solidFill>
                <a:latin typeface="Arial"/>
                <a:ea typeface="Arial"/>
                <a:cs typeface="Arial"/>
              </a:defRPr>
            </a:lvl1pPr>
            <a:lvl2pPr>
              <a:defRPr sz="2175" b="1">
                <a:solidFill>
                  <a:srgbClr val="132E40"/>
                </a:solidFill>
                <a:latin typeface="Arial"/>
                <a:ea typeface="Arial"/>
                <a:cs typeface="Arial"/>
              </a:defRPr>
            </a:lvl2pPr>
            <a:lvl3pPr>
              <a:defRPr sz="2175" b="1">
                <a:solidFill>
                  <a:srgbClr val="132E40"/>
                </a:solidFill>
                <a:latin typeface="Arial"/>
                <a:ea typeface="Arial"/>
                <a:cs typeface="Arial"/>
              </a:defRPr>
            </a:lvl3pPr>
            <a:lvl4pPr>
              <a:defRPr sz="2175" b="1">
                <a:solidFill>
                  <a:srgbClr val="132E40"/>
                </a:solidFill>
                <a:latin typeface="Arial"/>
                <a:ea typeface="Arial"/>
                <a:cs typeface="Arial"/>
              </a:defRPr>
            </a:lvl4pPr>
            <a:lvl5pPr>
              <a:defRPr sz="2175" b="1">
                <a:solidFill>
                  <a:srgbClr val="132E40"/>
                </a:solidFill>
                <a:latin typeface="Arial"/>
                <a:ea typeface="Arial"/>
                <a:cs typeface="Arial"/>
              </a:defRPr>
            </a:lvl5pPr>
            <a:lvl6pPr>
              <a:defRPr sz="2175" b="1">
                <a:solidFill>
                  <a:srgbClr val="132E40"/>
                </a:solidFill>
                <a:latin typeface="Arial"/>
                <a:ea typeface="Arial"/>
                <a:cs typeface="Arial"/>
              </a:defRPr>
            </a:lvl6pPr>
            <a:lvl7pPr>
              <a:defRPr sz="2175" b="1">
                <a:solidFill>
                  <a:srgbClr val="132E40"/>
                </a:solidFill>
                <a:latin typeface="Arial"/>
                <a:ea typeface="Arial"/>
                <a:cs typeface="Arial"/>
              </a:defRPr>
            </a:lvl7pPr>
            <a:lvl8pPr>
              <a:defRPr sz="2175" b="1">
                <a:solidFill>
                  <a:srgbClr val="132E40"/>
                </a:solidFill>
                <a:latin typeface="Arial"/>
                <a:ea typeface="Arial"/>
                <a:cs typeface="Arial"/>
              </a:defRPr>
            </a:lvl8pPr>
            <a:lvl9pPr>
              <a:defRPr sz="2175" b="1">
                <a:solidFill>
                  <a:srgbClr val="132E40"/>
                </a:solidFill>
                <a:latin typeface="Arial"/>
                <a:ea typeface="Arial"/>
                <a:cs typeface="Arial"/>
              </a:defRPr>
            </a:lvl9pPr>
          </a:lstStyle>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02  Processing</a:t>
            </a:r>
          </a:p>
        </p:txBody>
      </p:sp>
      <p:sp>
        <p:nvSpPr>
          <p:cNvPr id="8" name="">
            <a:extLst xmlns:a="http://schemas.openxmlformats.org/drawingml/2006/main">
              <a:ext uri="{FF2B5EF4-FFF2-40B4-BE49-F238E27FC236}">
                <a16:creationId xmlns:a16="http://schemas.microsoft.com/office/drawing/2014/main" id="{61D26884-16D2-46EA-9A60-D88472D5B33C}"/>
              </a:ext>
            </a:extLst>
          </p:cNvPr>
          <p:cNvSpPr>
            <a:spLocks xmlns:a="http://schemas.openxmlformats.org/drawingml/2006/main" noGrp="1"/>
          </p:cNvSpPr>
          <p:nvPr/>
        </p:nvSpPr>
        <p:spPr>
          <a:xfrm xmlns:a="http://schemas.openxmlformats.org/drawingml/2006/main">
            <a:off x="4371975" y="2733675"/>
            <a:ext cx="3333750" cy="0"/>
          </a:xfrm>
          <a:prstGeom xmlns:a="http://schemas.openxmlformats.org/drawingml/2006/main" prst="line">
            <a:avLst/>
          </a:prstGeom>
          <a:ln xmlns:a="http://schemas.openxmlformats.org/drawingml/2006/main" w="19050">
            <a:solidFill>
              <a:srgbClr val="D4E0E6"/>
            </a:solidFill>
          </a:ln>
        </p:spPr>
      </p:sp>
      <p:sp>
        <p:nvSpPr>
          <p:cNvPr id="9" name="Asynchronous job state&#10;Screenshot placeholder">
            <a:extLst xmlns:a="http://schemas.openxmlformats.org/drawingml/2006/main">
              <a:ext uri="{FF2B5EF4-FFF2-40B4-BE49-F238E27FC236}">
                <a16:creationId xmlns:a16="http://schemas.microsoft.com/office/drawing/2014/main" id="{8B2A4BF0-625E-4136-9F67-A52D50924E40}"/>
              </a:ext>
            </a:extLst>
          </p:cNvPr>
          <p:cNvSpPr>
            <a:spLocks xmlns:a="http://schemas.openxmlformats.org/drawingml/2006/main" noGrp="1"/>
          </p:cNvSpPr>
          <p:nvPr/>
        </p:nvSpPr>
        <p:spPr>
          <a:xfrm xmlns:a="http://schemas.openxmlformats.org/drawingml/2006/main">
            <a:off x="4371975" y="3019425"/>
            <a:ext cx="3381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B7B"/>
                </a:solidFill>
                <a:latin typeface="Arial"/>
                <a:ea typeface="Arial"/>
                <a:cs typeface="Arial"/>
              </a:defRPr>
            </a:defPPr>
            <a:lvl1pPr>
              <a:defRPr sz="1875" b="0">
                <a:solidFill>
                  <a:srgbClr val="536B7B"/>
                </a:solidFill>
                <a:latin typeface="Arial"/>
                <a:ea typeface="Arial"/>
                <a:cs typeface="Arial"/>
              </a:defRPr>
            </a:lvl1pPr>
            <a:lvl2pPr>
              <a:defRPr sz="1875" b="0">
                <a:solidFill>
                  <a:srgbClr val="536B7B"/>
                </a:solidFill>
                <a:latin typeface="Arial"/>
                <a:ea typeface="Arial"/>
                <a:cs typeface="Arial"/>
              </a:defRPr>
            </a:lvl2pPr>
            <a:lvl3pPr>
              <a:defRPr sz="1875" b="0">
                <a:solidFill>
                  <a:srgbClr val="536B7B"/>
                </a:solidFill>
                <a:latin typeface="Arial"/>
                <a:ea typeface="Arial"/>
                <a:cs typeface="Arial"/>
              </a:defRPr>
            </a:lvl3pPr>
            <a:lvl4pPr>
              <a:defRPr sz="1875" b="0">
                <a:solidFill>
                  <a:srgbClr val="536B7B"/>
                </a:solidFill>
                <a:latin typeface="Arial"/>
                <a:ea typeface="Arial"/>
                <a:cs typeface="Arial"/>
              </a:defRPr>
            </a:lvl4pPr>
            <a:lvl5pPr>
              <a:defRPr sz="1875" b="0">
                <a:solidFill>
                  <a:srgbClr val="536B7B"/>
                </a:solidFill>
                <a:latin typeface="Arial"/>
                <a:ea typeface="Arial"/>
                <a:cs typeface="Arial"/>
              </a:defRPr>
            </a:lvl5pPr>
            <a:lvl6pPr>
              <a:defRPr sz="1875" b="0">
                <a:solidFill>
                  <a:srgbClr val="536B7B"/>
                </a:solidFill>
                <a:latin typeface="Arial"/>
                <a:ea typeface="Arial"/>
                <a:cs typeface="Arial"/>
              </a:defRPr>
            </a:lvl6pPr>
            <a:lvl7pPr>
              <a:defRPr sz="1875" b="0">
                <a:solidFill>
                  <a:srgbClr val="536B7B"/>
                </a:solidFill>
                <a:latin typeface="Arial"/>
                <a:ea typeface="Arial"/>
                <a:cs typeface="Arial"/>
              </a:defRPr>
            </a:lvl7pPr>
            <a:lvl8pPr>
              <a:defRPr sz="1875" b="0">
                <a:solidFill>
                  <a:srgbClr val="536B7B"/>
                </a:solidFill>
                <a:latin typeface="Arial"/>
                <a:ea typeface="Arial"/>
                <a:cs typeface="Arial"/>
              </a:defRPr>
            </a:lvl8pPr>
            <a:lvl9pPr>
              <a:defRPr sz="1875" b="0">
                <a:solidFill>
                  <a:srgbClr val="536B7B"/>
                </a:solidFill>
                <a:latin typeface="Arial"/>
                <a:ea typeface="Arial"/>
                <a:cs typeface="Arial"/>
              </a:defRPr>
            </a:lvl9pPr>
          </a:lstStyle>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Asynchronous job state</a:t>
            </a:r>
          </a:p>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Screenshot placeholder</a:t>
            </a:r>
          </a:p>
        </p:txBody>
      </p:sp>
      <p:sp>
        <p:nvSpPr>
          <p:cNvPr id="10" name="03  Review">
            <a:extLst xmlns:a="http://schemas.openxmlformats.org/drawingml/2006/main">
              <a:ext uri="{FF2B5EF4-FFF2-40B4-BE49-F238E27FC236}">
                <a16:creationId xmlns:a16="http://schemas.microsoft.com/office/drawing/2014/main" id="{1BEF9A9D-54F7-431D-A6EA-7AC107E3D0C5}"/>
              </a:ext>
            </a:extLst>
          </p:cNvPr>
          <p:cNvSpPr>
            <a:spLocks xmlns:a="http://schemas.openxmlformats.org/drawingml/2006/main" noGrp="1"/>
          </p:cNvSpPr>
          <p:nvPr/>
        </p:nvSpPr>
        <p:spPr>
          <a:xfrm xmlns:a="http://schemas.openxmlformats.org/drawingml/2006/main">
            <a:off x="8134350" y="213360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32E40"/>
                </a:solidFill>
                <a:latin typeface="Arial"/>
                <a:ea typeface="Arial"/>
                <a:cs typeface="Arial"/>
              </a:defRPr>
            </a:defPPr>
            <a:lvl1pPr>
              <a:defRPr sz="2175" b="1">
                <a:solidFill>
                  <a:srgbClr val="132E40"/>
                </a:solidFill>
                <a:latin typeface="Arial"/>
                <a:ea typeface="Arial"/>
                <a:cs typeface="Arial"/>
              </a:defRPr>
            </a:lvl1pPr>
            <a:lvl2pPr>
              <a:defRPr sz="2175" b="1">
                <a:solidFill>
                  <a:srgbClr val="132E40"/>
                </a:solidFill>
                <a:latin typeface="Arial"/>
                <a:ea typeface="Arial"/>
                <a:cs typeface="Arial"/>
              </a:defRPr>
            </a:lvl2pPr>
            <a:lvl3pPr>
              <a:defRPr sz="2175" b="1">
                <a:solidFill>
                  <a:srgbClr val="132E40"/>
                </a:solidFill>
                <a:latin typeface="Arial"/>
                <a:ea typeface="Arial"/>
                <a:cs typeface="Arial"/>
              </a:defRPr>
            </a:lvl3pPr>
            <a:lvl4pPr>
              <a:defRPr sz="2175" b="1">
                <a:solidFill>
                  <a:srgbClr val="132E40"/>
                </a:solidFill>
                <a:latin typeface="Arial"/>
                <a:ea typeface="Arial"/>
                <a:cs typeface="Arial"/>
              </a:defRPr>
            </a:lvl4pPr>
            <a:lvl5pPr>
              <a:defRPr sz="2175" b="1">
                <a:solidFill>
                  <a:srgbClr val="132E40"/>
                </a:solidFill>
                <a:latin typeface="Arial"/>
                <a:ea typeface="Arial"/>
                <a:cs typeface="Arial"/>
              </a:defRPr>
            </a:lvl5pPr>
            <a:lvl6pPr>
              <a:defRPr sz="2175" b="1">
                <a:solidFill>
                  <a:srgbClr val="132E40"/>
                </a:solidFill>
                <a:latin typeface="Arial"/>
                <a:ea typeface="Arial"/>
                <a:cs typeface="Arial"/>
              </a:defRPr>
            </a:lvl6pPr>
            <a:lvl7pPr>
              <a:defRPr sz="2175" b="1">
                <a:solidFill>
                  <a:srgbClr val="132E40"/>
                </a:solidFill>
                <a:latin typeface="Arial"/>
                <a:ea typeface="Arial"/>
                <a:cs typeface="Arial"/>
              </a:defRPr>
            </a:lvl7pPr>
            <a:lvl8pPr>
              <a:defRPr sz="2175" b="1">
                <a:solidFill>
                  <a:srgbClr val="132E40"/>
                </a:solidFill>
                <a:latin typeface="Arial"/>
                <a:ea typeface="Arial"/>
                <a:cs typeface="Arial"/>
              </a:defRPr>
            </a:lvl8pPr>
            <a:lvl9pPr>
              <a:defRPr sz="2175" b="1">
                <a:solidFill>
                  <a:srgbClr val="132E40"/>
                </a:solidFill>
                <a:latin typeface="Arial"/>
                <a:ea typeface="Arial"/>
                <a:cs typeface="Arial"/>
              </a:defRPr>
            </a:lvl9pPr>
          </a:lstStyle>
          <a:p xmlns:a="http://schemas.openxmlformats.org/drawingml/2006/main">
            <a:pPr>
              <a:defRPr sz="2175" b="1">
                <a:solidFill>
                  <a:srgbClr val="132E40"/>
                </a:solidFill>
                <a:latin typeface="Arial"/>
                <a:ea typeface="Arial"/>
                <a:cs typeface="Arial"/>
              </a:defRPr>
            </a:pPr>
            <a:r>
              <a:rPr sz="2175" b="1">
                <a:solidFill>
                  <a:srgbClr val="132E40"/>
                </a:solidFill>
                <a:latin typeface="Arial"/>
                <a:ea typeface="Arial"/>
                <a:cs typeface="Arial"/>
              </a:rPr>
              <a:t>03  Review</a:t>
            </a:r>
          </a:p>
        </p:txBody>
      </p:sp>
      <p:sp>
        <p:nvSpPr>
          <p:cNvPr id="11" name="">
            <a:extLst xmlns:a="http://schemas.openxmlformats.org/drawingml/2006/main">
              <a:ext uri="{FF2B5EF4-FFF2-40B4-BE49-F238E27FC236}">
                <a16:creationId xmlns:a16="http://schemas.microsoft.com/office/drawing/2014/main" id="{2E3D456A-27FF-4003-A74A-79716D458505}"/>
              </a:ext>
            </a:extLst>
          </p:cNvPr>
          <p:cNvSpPr>
            <a:spLocks xmlns:a="http://schemas.openxmlformats.org/drawingml/2006/main" noGrp="1"/>
          </p:cNvSpPr>
          <p:nvPr/>
        </p:nvSpPr>
        <p:spPr>
          <a:xfrm xmlns:a="http://schemas.openxmlformats.org/drawingml/2006/main">
            <a:off x="8134350" y="2733675"/>
            <a:ext cx="3333750" cy="0"/>
          </a:xfrm>
          <a:prstGeom xmlns:a="http://schemas.openxmlformats.org/drawingml/2006/main" prst="line">
            <a:avLst/>
          </a:prstGeom>
          <a:ln xmlns:a="http://schemas.openxmlformats.org/drawingml/2006/main" w="19050">
            <a:solidFill>
              <a:srgbClr val="D4E0E6"/>
            </a:solidFill>
          </a:ln>
        </p:spPr>
      </p:sp>
      <p:sp>
        <p:nvSpPr>
          <p:cNvPr id="12" name="Prediction + evidence&#10;Screenshot placeholder">
            <a:extLst xmlns:a="http://schemas.openxmlformats.org/drawingml/2006/main">
              <a:ext uri="{FF2B5EF4-FFF2-40B4-BE49-F238E27FC236}">
                <a16:creationId xmlns:a16="http://schemas.microsoft.com/office/drawing/2014/main" id="{C99772D8-0394-42E2-BF22-CDA4FA0AC333}"/>
              </a:ext>
            </a:extLst>
          </p:cNvPr>
          <p:cNvSpPr>
            <a:spLocks xmlns:a="http://schemas.openxmlformats.org/drawingml/2006/main" noGrp="1"/>
          </p:cNvSpPr>
          <p:nvPr/>
        </p:nvSpPr>
        <p:spPr>
          <a:xfrm xmlns:a="http://schemas.openxmlformats.org/drawingml/2006/main">
            <a:off x="8134350" y="3019425"/>
            <a:ext cx="3381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B7B"/>
                </a:solidFill>
                <a:latin typeface="Arial"/>
                <a:ea typeface="Arial"/>
                <a:cs typeface="Arial"/>
              </a:defRPr>
            </a:defPPr>
            <a:lvl1pPr>
              <a:defRPr sz="1875" b="0">
                <a:solidFill>
                  <a:srgbClr val="536B7B"/>
                </a:solidFill>
                <a:latin typeface="Arial"/>
                <a:ea typeface="Arial"/>
                <a:cs typeface="Arial"/>
              </a:defRPr>
            </a:lvl1pPr>
            <a:lvl2pPr>
              <a:defRPr sz="1875" b="0">
                <a:solidFill>
                  <a:srgbClr val="536B7B"/>
                </a:solidFill>
                <a:latin typeface="Arial"/>
                <a:ea typeface="Arial"/>
                <a:cs typeface="Arial"/>
              </a:defRPr>
            </a:lvl2pPr>
            <a:lvl3pPr>
              <a:defRPr sz="1875" b="0">
                <a:solidFill>
                  <a:srgbClr val="536B7B"/>
                </a:solidFill>
                <a:latin typeface="Arial"/>
                <a:ea typeface="Arial"/>
                <a:cs typeface="Arial"/>
              </a:defRPr>
            </a:lvl3pPr>
            <a:lvl4pPr>
              <a:defRPr sz="1875" b="0">
                <a:solidFill>
                  <a:srgbClr val="536B7B"/>
                </a:solidFill>
                <a:latin typeface="Arial"/>
                <a:ea typeface="Arial"/>
                <a:cs typeface="Arial"/>
              </a:defRPr>
            </a:lvl4pPr>
            <a:lvl5pPr>
              <a:defRPr sz="1875" b="0">
                <a:solidFill>
                  <a:srgbClr val="536B7B"/>
                </a:solidFill>
                <a:latin typeface="Arial"/>
                <a:ea typeface="Arial"/>
                <a:cs typeface="Arial"/>
              </a:defRPr>
            </a:lvl5pPr>
            <a:lvl6pPr>
              <a:defRPr sz="1875" b="0">
                <a:solidFill>
                  <a:srgbClr val="536B7B"/>
                </a:solidFill>
                <a:latin typeface="Arial"/>
                <a:ea typeface="Arial"/>
                <a:cs typeface="Arial"/>
              </a:defRPr>
            </a:lvl6pPr>
            <a:lvl7pPr>
              <a:defRPr sz="1875" b="0">
                <a:solidFill>
                  <a:srgbClr val="536B7B"/>
                </a:solidFill>
                <a:latin typeface="Arial"/>
                <a:ea typeface="Arial"/>
                <a:cs typeface="Arial"/>
              </a:defRPr>
            </a:lvl7pPr>
            <a:lvl8pPr>
              <a:defRPr sz="1875" b="0">
                <a:solidFill>
                  <a:srgbClr val="536B7B"/>
                </a:solidFill>
                <a:latin typeface="Arial"/>
                <a:ea typeface="Arial"/>
                <a:cs typeface="Arial"/>
              </a:defRPr>
            </a:lvl8pPr>
            <a:lvl9pPr>
              <a:defRPr sz="1875" b="0">
                <a:solidFill>
                  <a:srgbClr val="536B7B"/>
                </a:solidFill>
                <a:latin typeface="Arial"/>
                <a:ea typeface="Arial"/>
                <a:cs typeface="Arial"/>
              </a:defRPr>
            </a:lvl9pPr>
          </a:lstStyle>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Prediction + evidence</a:t>
            </a:r>
          </a:p>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Screenshot placeholder</a:t>
            </a:r>
          </a:p>
        </p:txBody>
      </p:sp>
      <p:sp>
        <p:nvSpPr>
          <p:cNvPr id="13" name="63.6 s hosted end-to-end test">
            <a:extLst xmlns:a="http://schemas.openxmlformats.org/drawingml/2006/main">
              <a:ext uri="{FF2B5EF4-FFF2-40B4-BE49-F238E27FC236}">
                <a16:creationId xmlns:a16="http://schemas.microsoft.com/office/drawing/2014/main" id="{9B880D81-912D-4B6E-A4E9-06AD8CF4B2CB}"/>
              </a:ext>
            </a:extLst>
          </p:cNvPr>
          <p:cNvSpPr>
            <a:spLocks xmlns:a="http://schemas.openxmlformats.org/drawingml/2006/main" noGrp="1"/>
          </p:cNvSpPr>
          <p:nvPr/>
        </p:nvSpPr>
        <p:spPr>
          <a:xfrm xmlns:a="http://schemas.openxmlformats.org/drawingml/2006/main">
            <a:off x="609600" y="45720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32E40"/>
                </a:solidFill>
                <a:latin typeface="Arial"/>
                <a:ea typeface="Arial"/>
                <a:cs typeface="Arial"/>
              </a:defRPr>
            </a:defPPr>
            <a:lvl1pPr>
              <a:defRPr sz="2550" b="1">
                <a:solidFill>
                  <a:srgbClr val="132E40"/>
                </a:solidFill>
                <a:latin typeface="Arial"/>
                <a:ea typeface="Arial"/>
                <a:cs typeface="Arial"/>
              </a:defRPr>
            </a:lvl1pPr>
            <a:lvl2pPr>
              <a:defRPr sz="2550" b="1">
                <a:solidFill>
                  <a:srgbClr val="132E40"/>
                </a:solidFill>
                <a:latin typeface="Arial"/>
                <a:ea typeface="Arial"/>
                <a:cs typeface="Arial"/>
              </a:defRPr>
            </a:lvl2pPr>
            <a:lvl3pPr>
              <a:defRPr sz="2550" b="1">
                <a:solidFill>
                  <a:srgbClr val="132E40"/>
                </a:solidFill>
                <a:latin typeface="Arial"/>
                <a:ea typeface="Arial"/>
                <a:cs typeface="Arial"/>
              </a:defRPr>
            </a:lvl3pPr>
            <a:lvl4pPr>
              <a:defRPr sz="2550" b="1">
                <a:solidFill>
                  <a:srgbClr val="132E40"/>
                </a:solidFill>
                <a:latin typeface="Arial"/>
                <a:ea typeface="Arial"/>
                <a:cs typeface="Arial"/>
              </a:defRPr>
            </a:lvl4pPr>
            <a:lvl5pPr>
              <a:defRPr sz="2550" b="1">
                <a:solidFill>
                  <a:srgbClr val="132E40"/>
                </a:solidFill>
                <a:latin typeface="Arial"/>
                <a:ea typeface="Arial"/>
                <a:cs typeface="Arial"/>
              </a:defRPr>
            </a:lvl5pPr>
            <a:lvl6pPr>
              <a:defRPr sz="2550" b="1">
                <a:solidFill>
                  <a:srgbClr val="132E40"/>
                </a:solidFill>
                <a:latin typeface="Arial"/>
                <a:ea typeface="Arial"/>
                <a:cs typeface="Arial"/>
              </a:defRPr>
            </a:lvl6pPr>
            <a:lvl7pPr>
              <a:defRPr sz="2550" b="1">
                <a:solidFill>
                  <a:srgbClr val="132E40"/>
                </a:solidFill>
                <a:latin typeface="Arial"/>
                <a:ea typeface="Arial"/>
                <a:cs typeface="Arial"/>
              </a:defRPr>
            </a:lvl7pPr>
            <a:lvl8pPr>
              <a:defRPr sz="2550" b="1">
                <a:solidFill>
                  <a:srgbClr val="132E40"/>
                </a:solidFill>
                <a:latin typeface="Arial"/>
                <a:ea typeface="Arial"/>
                <a:cs typeface="Arial"/>
              </a:defRPr>
            </a:lvl8pPr>
            <a:lvl9pPr>
              <a:defRPr sz="2550" b="1">
                <a:solidFill>
                  <a:srgbClr val="132E40"/>
                </a:solidFill>
                <a:latin typeface="Arial"/>
                <a:ea typeface="Arial"/>
                <a:cs typeface="Arial"/>
              </a:defRPr>
            </a:lvl9pPr>
          </a:lstStyle>
          <a:p xmlns:a="http://schemas.openxmlformats.org/drawingml/2006/main">
            <a:pPr>
              <a:defRPr sz="2550" b="1">
                <a:solidFill>
                  <a:srgbClr val="132E40"/>
                </a:solidFill>
                <a:latin typeface="Arial"/>
                <a:ea typeface="Arial"/>
                <a:cs typeface="Arial"/>
              </a:defRPr>
            </a:pPr>
            <a:r>
              <a:rPr sz="2550" b="1">
                <a:solidFill>
                  <a:srgbClr val="132E40"/>
                </a:solidFill>
                <a:latin typeface="Arial"/>
                <a:ea typeface="Arial"/>
                <a:cs typeface="Arial"/>
              </a:rPr>
              <a:t>63.6 s hosted end-to-end test</a:t>
            </a:r>
          </a:p>
        </p:txBody>
      </p:sp>
      <p:sp>
        <p:nvSpPr>
          <p:cNvPr id="14" name="145-second / 29 MiB synthetic MOV. Warm service, one ru">
            <a:extLst xmlns:a="http://schemas.openxmlformats.org/drawingml/2006/main">
              <a:ext uri="{FF2B5EF4-FFF2-40B4-BE49-F238E27FC236}">
                <a16:creationId xmlns:a16="http://schemas.microsoft.com/office/drawing/2014/main" id="{32B0A46E-DC45-4610-994F-8C27E12B81C4}"/>
              </a:ext>
            </a:extLst>
          </p:cNvPr>
          <p:cNvSpPr>
            <a:spLocks xmlns:a="http://schemas.openxmlformats.org/drawingml/2006/main" noGrp="1"/>
          </p:cNvSpPr>
          <p:nvPr/>
        </p:nvSpPr>
        <p:spPr>
          <a:xfrm xmlns:a="http://schemas.openxmlformats.org/drawingml/2006/main">
            <a:off x="609600" y="51625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B7B"/>
                </a:solidFill>
                <a:latin typeface="Arial"/>
                <a:ea typeface="Arial"/>
                <a:cs typeface="Arial"/>
              </a:defRPr>
            </a:defPPr>
            <a:lvl1pPr>
              <a:defRPr sz="1875" b="0">
                <a:solidFill>
                  <a:srgbClr val="536B7B"/>
                </a:solidFill>
                <a:latin typeface="Arial"/>
                <a:ea typeface="Arial"/>
                <a:cs typeface="Arial"/>
              </a:defRPr>
            </a:lvl1pPr>
            <a:lvl2pPr>
              <a:defRPr sz="1875" b="0">
                <a:solidFill>
                  <a:srgbClr val="536B7B"/>
                </a:solidFill>
                <a:latin typeface="Arial"/>
                <a:ea typeface="Arial"/>
                <a:cs typeface="Arial"/>
              </a:defRPr>
            </a:lvl2pPr>
            <a:lvl3pPr>
              <a:defRPr sz="1875" b="0">
                <a:solidFill>
                  <a:srgbClr val="536B7B"/>
                </a:solidFill>
                <a:latin typeface="Arial"/>
                <a:ea typeface="Arial"/>
                <a:cs typeface="Arial"/>
              </a:defRPr>
            </a:lvl3pPr>
            <a:lvl4pPr>
              <a:defRPr sz="1875" b="0">
                <a:solidFill>
                  <a:srgbClr val="536B7B"/>
                </a:solidFill>
                <a:latin typeface="Arial"/>
                <a:ea typeface="Arial"/>
                <a:cs typeface="Arial"/>
              </a:defRPr>
            </a:lvl4pPr>
            <a:lvl5pPr>
              <a:defRPr sz="1875" b="0">
                <a:solidFill>
                  <a:srgbClr val="536B7B"/>
                </a:solidFill>
                <a:latin typeface="Arial"/>
                <a:ea typeface="Arial"/>
                <a:cs typeface="Arial"/>
              </a:defRPr>
            </a:lvl5pPr>
            <a:lvl6pPr>
              <a:defRPr sz="1875" b="0">
                <a:solidFill>
                  <a:srgbClr val="536B7B"/>
                </a:solidFill>
                <a:latin typeface="Arial"/>
                <a:ea typeface="Arial"/>
                <a:cs typeface="Arial"/>
              </a:defRPr>
            </a:lvl6pPr>
            <a:lvl7pPr>
              <a:defRPr sz="1875" b="0">
                <a:solidFill>
                  <a:srgbClr val="536B7B"/>
                </a:solidFill>
                <a:latin typeface="Arial"/>
                <a:ea typeface="Arial"/>
                <a:cs typeface="Arial"/>
              </a:defRPr>
            </a:lvl7pPr>
            <a:lvl8pPr>
              <a:defRPr sz="1875" b="0">
                <a:solidFill>
                  <a:srgbClr val="536B7B"/>
                </a:solidFill>
                <a:latin typeface="Arial"/>
                <a:ea typeface="Arial"/>
                <a:cs typeface="Arial"/>
              </a:defRPr>
            </a:lvl8pPr>
            <a:lvl9pPr>
              <a:defRPr sz="1875" b="0">
                <a:solidFill>
                  <a:srgbClr val="536B7B"/>
                </a:solidFill>
                <a:latin typeface="Arial"/>
                <a:ea typeface="Arial"/>
                <a:cs typeface="Arial"/>
              </a:defRPr>
            </a:lvl9pPr>
          </a:lstStyle>
          <a:p xmlns:a="http://schemas.openxmlformats.org/drawingml/2006/main">
            <a:pPr>
              <a:defRPr sz="1875" b="0">
                <a:solidFill>
                  <a:srgbClr val="536B7B"/>
                </a:solidFill>
                <a:latin typeface="Arial"/>
                <a:ea typeface="Arial"/>
                <a:cs typeface="Arial"/>
              </a:defRPr>
            </a:pPr>
            <a:r>
              <a:rPr sz="1875" b="0">
                <a:solidFill>
                  <a:srgbClr val="536B7B"/>
                </a:solidFill>
                <a:latin typeface="Arial"/>
                <a:ea typeface="Arial"/>
                <a:cs typeface="Arial"/>
              </a:rPr>
              <a:t>145-second / 29 MiB synthetic MOV. Warm service, one run.</a:t>
            </a:r>
          </a:p>
        </p:txBody>
      </p:sp>
      <p:sp>
        <p:nvSpPr>
          <p:cNvPr id="15" name="Repository: github.com/Asylkenei/clearity">
            <a:extLst xmlns:a="http://schemas.openxmlformats.org/drawingml/2006/main">
              <a:ext uri="{FF2B5EF4-FFF2-40B4-BE49-F238E27FC236}">
                <a16:creationId xmlns:a16="http://schemas.microsoft.com/office/drawing/2014/main" id="{01A77006-218E-4E37-B127-F14E3248BA1A}"/>
              </a:ext>
            </a:extLst>
          </p:cNvPr>
          <p:cNvSpPr>
            <a:spLocks xmlns:a="http://schemas.openxmlformats.org/drawingml/2006/main" noGrp="1"/>
          </p:cNvSpPr>
          <p:nvPr/>
        </p:nvSpPr>
        <p:spPr>
          <a:xfrm xmlns:a="http://schemas.openxmlformats.org/drawingml/2006/main">
            <a:off x="609600" y="58483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32E40"/>
                </a:solidFill>
                <a:latin typeface="Arial"/>
                <a:ea typeface="Arial"/>
                <a:cs typeface="Arial"/>
              </a:defRPr>
            </a:defPPr>
            <a:lvl1pPr>
              <a:defRPr sz="1725" b="1">
                <a:solidFill>
                  <a:srgbClr val="132E40"/>
                </a:solidFill>
                <a:latin typeface="Arial"/>
                <a:ea typeface="Arial"/>
                <a:cs typeface="Arial"/>
              </a:defRPr>
            </a:lvl1pPr>
            <a:lvl2pPr>
              <a:defRPr sz="1725" b="1">
                <a:solidFill>
                  <a:srgbClr val="132E40"/>
                </a:solidFill>
                <a:latin typeface="Arial"/>
                <a:ea typeface="Arial"/>
                <a:cs typeface="Arial"/>
              </a:defRPr>
            </a:lvl2pPr>
            <a:lvl3pPr>
              <a:defRPr sz="1725" b="1">
                <a:solidFill>
                  <a:srgbClr val="132E40"/>
                </a:solidFill>
                <a:latin typeface="Arial"/>
                <a:ea typeface="Arial"/>
                <a:cs typeface="Arial"/>
              </a:defRPr>
            </a:lvl3pPr>
            <a:lvl4pPr>
              <a:defRPr sz="1725" b="1">
                <a:solidFill>
                  <a:srgbClr val="132E40"/>
                </a:solidFill>
                <a:latin typeface="Arial"/>
                <a:ea typeface="Arial"/>
                <a:cs typeface="Arial"/>
              </a:defRPr>
            </a:lvl4pPr>
            <a:lvl5pPr>
              <a:defRPr sz="1725" b="1">
                <a:solidFill>
                  <a:srgbClr val="132E40"/>
                </a:solidFill>
                <a:latin typeface="Arial"/>
                <a:ea typeface="Arial"/>
                <a:cs typeface="Arial"/>
              </a:defRPr>
            </a:lvl5pPr>
            <a:lvl6pPr>
              <a:defRPr sz="1725" b="1">
                <a:solidFill>
                  <a:srgbClr val="132E40"/>
                </a:solidFill>
                <a:latin typeface="Arial"/>
                <a:ea typeface="Arial"/>
                <a:cs typeface="Arial"/>
              </a:defRPr>
            </a:lvl6pPr>
            <a:lvl7pPr>
              <a:defRPr sz="1725" b="1">
                <a:solidFill>
                  <a:srgbClr val="132E40"/>
                </a:solidFill>
                <a:latin typeface="Arial"/>
                <a:ea typeface="Arial"/>
                <a:cs typeface="Arial"/>
              </a:defRPr>
            </a:lvl7pPr>
            <a:lvl8pPr>
              <a:defRPr sz="1725" b="1">
                <a:solidFill>
                  <a:srgbClr val="132E40"/>
                </a:solidFill>
                <a:latin typeface="Arial"/>
                <a:ea typeface="Arial"/>
                <a:cs typeface="Arial"/>
              </a:defRPr>
            </a:lvl8pPr>
            <a:lvl9pPr>
              <a:defRPr sz="1725" b="1">
                <a:solidFill>
                  <a:srgbClr val="132E40"/>
                </a:solidFill>
                <a:latin typeface="Arial"/>
                <a:ea typeface="Arial"/>
                <a:cs typeface="Arial"/>
              </a:defRPr>
            </a:lvl9pPr>
          </a:lstStyle>
          <a:p xmlns:a="http://schemas.openxmlformats.org/drawingml/2006/main">
            <a:pPr>
              <a:defRPr sz="1725" b="1">
                <a:solidFill>
                  <a:srgbClr val="132E40"/>
                </a:solidFill>
                <a:latin typeface="Arial"/>
                <a:ea typeface="Arial"/>
                <a:cs typeface="Arial"/>
              </a:defRPr>
            </a:pPr>
            <a:r>
              <a:rPr sz="1725" b="1">
                <a:solidFill>
                  <a:srgbClr val="132E40"/>
                </a:solidFill>
                <a:latin typeface="Arial"/>
                <a:ea typeface="Arial"/>
                <a:cs typeface="Arial"/>
              </a:rPr>
              <a:t>Repository: github.com/Asylkenei/clearity</a:t>
            </a:r>
          </a:p>
        </p:txBody>
      </p:sp>
      <p:sp>
        <p:nvSpPr>
          <p:cNvPr id="16" name="Live API: clearity-3qoy.onrender.com. Cold-start timing">
            <a:extLst xmlns:a="http://schemas.openxmlformats.org/drawingml/2006/main">
              <a:ext uri="{FF2B5EF4-FFF2-40B4-BE49-F238E27FC236}">
                <a16:creationId xmlns:a16="http://schemas.microsoft.com/office/drawing/2014/main" id="{B0477046-1FB0-4B2E-A5A3-447B9F59F881}"/>
              </a:ext>
            </a:extLst>
          </p:cNvPr>
          <p:cNvSpPr>
            <a:spLocks xmlns:a="http://schemas.openxmlformats.org/drawingml/2006/main" noGrp="1"/>
          </p:cNvSpPr>
          <p:nvPr/>
        </p:nvSpPr>
        <p:spPr>
          <a:xfrm xmlns:a="http://schemas.openxmlformats.org/drawingml/2006/main">
            <a:off x="609600" y="62769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7B"/>
                </a:solidFill>
                <a:latin typeface="Arial"/>
                <a:ea typeface="Arial"/>
                <a:cs typeface="Arial"/>
              </a:defRPr>
            </a:defPPr>
            <a:lvl1pPr>
              <a:defRPr sz="1350" b="0">
                <a:solidFill>
                  <a:srgbClr val="536B7B"/>
                </a:solidFill>
                <a:latin typeface="Arial"/>
                <a:ea typeface="Arial"/>
                <a:cs typeface="Arial"/>
              </a:defRPr>
            </a:lvl1pPr>
            <a:lvl2pPr>
              <a:defRPr sz="1350" b="0">
                <a:solidFill>
                  <a:srgbClr val="536B7B"/>
                </a:solidFill>
                <a:latin typeface="Arial"/>
                <a:ea typeface="Arial"/>
                <a:cs typeface="Arial"/>
              </a:defRPr>
            </a:lvl2pPr>
            <a:lvl3pPr>
              <a:defRPr sz="1350" b="0">
                <a:solidFill>
                  <a:srgbClr val="536B7B"/>
                </a:solidFill>
                <a:latin typeface="Arial"/>
                <a:ea typeface="Arial"/>
                <a:cs typeface="Arial"/>
              </a:defRPr>
            </a:lvl3pPr>
            <a:lvl4pPr>
              <a:defRPr sz="1350" b="0">
                <a:solidFill>
                  <a:srgbClr val="536B7B"/>
                </a:solidFill>
                <a:latin typeface="Arial"/>
                <a:ea typeface="Arial"/>
                <a:cs typeface="Arial"/>
              </a:defRPr>
            </a:lvl4pPr>
            <a:lvl5pPr>
              <a:defRPr sz="1350" b="0">
                <a:solidFill>
                  <a:srgbClr val="536B7B"/>
                </a:solidFill>
                <a:latin typeface="Arial"/>
                <a:ea typeface="Arial"/>
                <a:cs typeface="Arial"/>
              </a:defRPr>
            </a:lvl5pPr>
            <a:lvl6pPr>
              <a:defRPr sz="1350" b="0">
                <a:solidFill>
                  <a:srgbClr val="536B7B"/>
                </a:solidFill>
                <a:latin typeface="Arial"/>
                <a:ea typeface="Arial"/>
                <a:cs typeface="Arial"/>
              </a:defRPr>
            </a:lvl6pPr>
            <a:lvl7pPr>
              <a:defRPr sz="1350" b="0">
                <a:solidFill>
                  <a:srgbClr val="536B7B"/>
                </a:solidFill>
                <a:latin typeface="Arial"/>
                <a:ea typeface="Arial"/>
                <a:cs typeface="Arial"/>
              </a:defRPr>
            </a:lvl7pPr>
            <a:lvl8pPr>
              <a:defRPr sz="1350" b="0">
                <a:solidFill>
                  <a:srgbClr val="536B7B"/>
                </a:solidFill>
                <a:latin typeface="Arial"/>
                <a:ea typeface="Arial"/>
                <a:cs typeface="Arial"/>
              </a:defRPr>
            </a:lvl8pPr>
            <a:lvl9pPr>
              <a:defRPr sz="1350" b="0">
                <a:solidFill>
                  <a:srgbClr val="536B7B"/>
                </a:solidFill>
                <a:latin typeface="Arial"/>
                <a:ea typeface="Arial"/>
                <a:cs typeface="Arial"/>
              </a:defRPr>
            </a:lvl9pPr>
          </a:lstStyle>
          <a:p xmlns:a="http://schemas.openxmlformats.org/drawingml/2006/main">
            <a:pPr>
              <a:defRPr sz="1350" b="0">
                <a:solidFill>
                  <a:srgbClr val="536B7B"/>
                </a:solidFill>
                <a:latin typeface="Arial"/>
                <a:ea typeface="Arial"/>
                <a:cs typeface="Arial"/>
              </a:defRPr>
            </a:pPr>
            <a:r>
              <a:rPr sz="1350" b="0">
                <a:solidFill>
                  <a:srgbClr val="536B7B"/>
                </a:solidFill>
                <a:latin typeface="Arial"/>
                <a:ea typeface="Arial"/>
                <a:cs typeface="Arial"/>
              </a:rPr>
              <a:t>Live API: clearity-3qoy.onrender.com. Cold-start timing remains unverified.</a:t>
            </a:r>
          </a:p>
        </p:txBody>
      </p:sp>
    </p:spTree>
    <p:extLst>
      <p:ext uri="{BB962C8B-B14F-4D97-AF65-F5344CB8AC3E}">
        <p14:creationId xmlns:p14="http://schemas.microsoft.com/office/powerpoint/2010/main" val="342644256"/>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EARITY">
            <a:extLst xmlns:a="http://schemas.openxmlformats.org/drawingml/2006/main">
              <a:ext uri="{FF2B5EF4-FFF2-40B4-BE49-F238E27FC236}">
                <a16:creationId xmlns:a16="http://schemas.microsoft.com/office/drawing/2014/main" id="{11E196B2-2804-4EF9-82B1-826FE45EC880}"/>
              </a:ext>
            </a:extLst>
          </p:cNvPr>
          <p:cNvSpPr>
            <a:spLocks xmlns:a="http://schemas.openxmlformats.org/drawingml/2006/main" noGrp="1"/>
          </p:cNvSpPr>
          <p:nvPr/>
        </p:nvSpPr>
        <p:spPr>
          <a:xfrm xmlns:a="http://schemas.openxmlformats.org/drawingml/2006/main">
            <a:off x="609600" y="33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35D4BE"/>
                </a:solidFill>
                <a:latin typeface="Arial"/>
                <a:ea typeface="Arial"/>
                <a:cs typeface="Arial"/>
              </a:defRPr>
            </a:defPPr>
            <a:lvl1pPr>
              <a:defRPr sz="1350" b="1">
                <a:solidFill>
                  <a:srgbClr val="35D4BE"/>
                </a:solidFill>
                <a:latin typeface="Arial"/>
                <a:ea typeface="Arial"/>
                <a:cs typeface="Arial"/>
              </a:defRPr>
            </a:lvl1pPr>
            <a:lvl2pPr>
              <a:defRPr sz="1350" b="1">
                <a:solidFill>
                  <a:srgbClr val="35D4BE"/>
                </a:solidFill>
                <a:latin typeface="Arial"/>
                <a:ea typeface="Arial"/>
                <a:cs typeface="Arial"/>
              </a:defRPr>
            </a:lvl2pPr>
            <a:lvl3pPr>
              <a:defRPr sz="1350" b="1">
                <a:solidFill>
                  <a:srgbClr val="35D4BE"/>
                </a:solidFill>
                <a:latin typeface="Arial"/>
                <a:ea typeface="Arial"/>
                <a:cs typeface="Arial"/>
              </a:defRPr>
            </a:lvl3pPr>
            <a:lvl4pPr>
              <a:defRPr sz="1350" b="1">
                <a:solidFill>
                  <a:srgbClr val="35D4BE"/>
                </a:solidFill>
                <a:latin typeface="Arial"/>
                <a:ea typeface="Arial"/>
                <a:cs typeface="Arial"/>
              </a:defRPr>
            </a:lvl4pPr>
            <a:lvl5pPr>
              <a:defRPr sz="1350" b="1">
                <a:solidFill>
                  <a:srgbClr val="35D4BE"/>
                </a:solidFill>
                <a:latin typeface="Arial"/>
                <a:ea typeface="Arial"/>
                <a:cs typeface="Arial"/>
              </a:defRPr>
            </a:lvl5pPr>
            <a:lvl6pPr>
              <a:defRPr sz="1350" b="1">
                <a:solidFill>
                  <a:srgbClr val="35D4BE"/>
                </a:solidFill>
                <a:latin typeface="Arial"/>
                <a:ea typeface="Arial"/>
                <a:cs typeface="Arial"/>
              </a:defRPr>
            </a:lvl6pPr>
            <a:lvl7pPr>
              <a:defRPr sz="1350" b="1">
                <a:solidFill>
                  <a:srgbClr val="35D4BE"/>
                </a:solidFill>
                <a:latin typeface="Arial"/>
                <a:ea typeface="Arial"/>
                <a:cs typeface="Arial"/>
              </a:defRPr>
            </a:lvl7pPr>
            <a:lvl8pPr>
              <a:defRPr sz="1350" b="1">
                <a:solidFill>
                  <a:srgbClr val="35D4BE"/>
                </a:solidFill>
                <a:latin typeface="Arial"/>
                <a:ea typeface="Arial"/>
                <a:cs typeface="Arial"/>
              </a:defRPr>
            </a:lvl8pPr>
            <a:lvl9pPr>
              <a:defRPr sz="1350" b="1">
                <a:solidFill>
                  <a:srgbClr val="35D4BE"/>
                </a:solidFill>
                <a:latin typeface="Arial"/>
                <a:ea typeface="Arial"/>
                <a:cs typeface="Arial"/>
              </a:defRPr>
            </a:lvl9pPr>
          </a:lstStyle>
          <a:p xmlns:a="http://schemas.openxmlformats.org/drawingml/2006/main">
            <a:pPr>
              <a:defRPr sz="1350" b="1">
                <a:solidFill>
                  <a:srgbClr val="35D4BE"/>
                </a:solidFill>
                <a:latin typeface="Arial"/>
                <a:ea typeface="Arial"/>
                <a:cs typeface="Arial"/>
              </a:defRPr>
            </a:pPr>
            <a:r>
              <a:rPr sz="1350" b="1">
                <a:solidFill>
                  <a:srgbClr val="35D4BE"/>
                </a:solidFill>
                <a:latin typeface="Arial"/>
                <a:ea typeface="Arial"/>
                <a:cs typeface="Arial"/>
              </a:rPr>
              <a:t>CLEARITY</a:t>
            </a:r>
          </a:p>
        </p:txBody>
      </p:sp>
      <p:sp>
        <p:nvSpPr>
          <p:cNvPr id="2" name="07 / 07">
            <a:extLst xmlns:a="http://schemas.openxmlformats.org/drawingml/2006/main">
              <a:ext uri="{FF2B5EF4-FFF2-40B4-BE49-F238E27FC236}">
                <a16:creationId xmlns:a16="http://schemas.microsoft.com/office/drawing/2014/main" id="{48DBB6B8-C4CC-418C-9F5F-D3D000DF411A}"/>
              </a:ext>
            </a:extLst>
          </p:cNvPr>
          <p:cNvSpPr>
            <a:spLocks xmlns:a="http://schemas.openxmlformats.org/drawingml/2006/main" noGrp="1"/>
          </p:cNvSpPr>
          <p:nvPr/>
        </p:nvSpPr>
        <p:spPr>
          <a:xfrm xmlns:a="http://schemas.openxmlformats.org/drawingml/2006/main">
            <a:off x="10572750" y="3333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3C3D0"/>
                </a:solidFill>
                <a:latin typeface="Arial"/>
                <a:ea typeface="Arial"/>
                <a:cs typeface="Arial"/>
              </a:defRPr>
            </a:defPPr>
            <a:lvl1pPr>
              <a:defRPr sz="1350" b="0">
                <a:solidFill>
                  <a:srgbClr val="B3C3D0"/>
                </a:solidFill>
                <a:latin typeface="Arial"/>
                <a:ea typeface="Arial"/>
                <a:cs typeface="Arial"/>
              </a:defRPr>
            </a:lvl1pPr>
            <a:lvl2pPr>
              <a:defRPr sz="1350" b="0">
                <a:solidFill>
                  <a:srgbClr val="B3C3D0"/>
                </a:solidFill>
                <a:latin typeface="Arial"/>
                <a:ea typeface="Arial"/>
                <a:cs typeface="Arial"/>
              </a:defRPr>
            </a:lvl2pPr>
            <a:lvl3pPr>
              <a:defRPr sz="1350" b="0">
                <a:solidFill>
                  <a:srgbClr val="B3C3D0"/>
                </a:solidFill>
                <a:latin typeface="Arial"/>
                <a:ea typeface="Arial"/>
                <a:cs typeface="Arial"/>
              </a:defRPr>
            </a:lvl3pPr>
            <a:lvl4pPr>
              <a:defRPr sz="1350" b="0">
                <a:solidFill>
                  <a:srgbClr val="B3C3D0"/>
                </a:solidFill>
                <a:latin typeface="Arial"/>
                <a:ea typeface="Arial"/>
                <a:cs typeface="Arial"/>
              </a:defRPr>
            </a:lvl4pPr>
            <a:lvl5pPr>
              <a:defRPr sz="1350" b="0">
                <a:solidFill>
                  <a:srgbClr val="B3C3D0"/>
                </a:solidFill>
                <a:latin typeface="Arial"/>
                <a:ea typeface="Arial"/>
                <a:cs typeface="Arial"/>
              </a:defRPr>
            </a:lvl5pPr>
            <a:lvl6pPr>
              <a:defRPr sz="1350" b="0">
                <a:solidFill>
                  <a:srgbClr val="B3C3D0"/>
                </a:solidFill>
                <a:latin typeface="Arial"/>
                <a:ea typeface="Arial"/>
                <a:cs typeface="Arial"/>
              </a:defRPr>
            </a:lvl6pPr>
            <a:lvl7pPr>
              <a:defRPr sz="1350" b="0">
                <a:solidFill>
                  <a:srgbClr val="B3C3D0"/>
                </a:solidFill>
                <a:latin typeface="Arial"/>
                <a:ea typeface="Arial"/>
                <a:cs typeface="Arial"/>
              </a:defRPr>
            </a:lvl7pPr>
            <a:lvl8pPr>
              <a:defRPr sz="1350" b="0">
                <a:solidFill>
                  <a:srgbClr val="B3C3D0"/>
                </a:solidFill>
                <a:latin typeface="Arial"/>
                <a:ea typeface="Arial"/>
                <a:cs typeface="Arial"/>
              </a:defRPr>
            </a:lvl8pPr>
            <a:lvl9pPr>
              <a:defRPr sz="1350" b="0">
                <a:solidFill>
                  <a:srgbClr val="B3C3D0"/>
                </a:solidFill>
                <a:latin typeface="Arial"/>
                <a:ea typeface="Arial"/>
                <a:cs typeface="Arial"/>
              </a:defRPr>
            </a:lvl9pPr>
          </a:lstStyle>
          <a:p xmlns:a="http://schemas.openxmlformats.org/drawingml/2006/main">
            <a:pPr>
              <a:defRPr sz="1350" b="0">
                <a:solidFill>
                  <a:srgbClr val="B3C3D0"/>
                </a:solidFill>
                <a:latin typeface="Arial"/>
                <a:ea typeface="Arial"/>
                <a:cs typeface="Arial"/>
              </a:defRPr>
            </a:pPr>
            <a:r>
              <a:rPr sz="1350" b="0">
                <a:solidFill>
                  <a:srgbClr val="B3C3D0"/>
                </a:solidFill>
                <a:latin typeface="Arial"/>
                <a:ea typeface="Arial"/>
                <a:cs typeface="Arial"/>
              </a:rPr>
              <a:t>07 / 07</a:t>
            </a:r>
          </a:p>
        </p:txBody>
      </p:sp>
      <p:sp>
        <p:nvSpPr>
          <p:cNvPr id="3" name="Next steps toward reliable review">
            <a:extLst xmlns:a="http://schemas.openxmlformats.org/drawingml/2006/main">
              <a:ext uri="{FF2B5EF4-FFF2-40B4-BE49-F238E27FC236}">
                <a16:creationId xmlns:a16="http://schemas.microsoft.com/office/drawing/2014/main" id="{DAC2D1E8-4A99-40A2-BCDA-371599AB76AE}"/>
              </a:ext>
            </a:extLst>
          </p:cNvPr>
          <p:cNvSpPr>
            <a:spLocks xmlns:a="http://schemas.openxmlformats.org/drawingml/2006/main" noGrp="1"/>
          </p:cNvSpPr>
          <p:nvPr/>
        </p:nvSpPr>
        <p:spPr>
          <a:xfrm xmlns:a="http://schemas.openxmlformats.org/drawingml/2006/main">
            <a:off x="609600" y="933450"/>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Next steps toward reliable review</a:t>
            </a:r>
          </a:p>
        </p:txBody>
      </p:sp>
      <p:sp>
        <p:nvSpPr>
          <p:cNvPr id="4" name="More independent data and camera-angle tests">
            <a:extLst xmlns:a="http://schemas.openxmlformats.org/drawingml/2006/main">
              <a:ext uri="{FF2B5EF4-FFF2-40B4-BE49-F238E27FC236}">
                <a16:creationId xmlns:a16="http://schemas.microsoft.com/office/drawing/2014/main" id="{2D285E30-1C5B-44C5-901A-909425D6B863}"/>
              </a:ext>
            </a:extLst>
          </p:cNvPr>
          <p:cNvSpPr>
            <a:spLocks xmlns:a="http://schemas.openxmlformats.org/drawingml/2006/main" noGrp="1"/>
          </p:cNvSpPr>
          <p:nvPr/>
        </p:nvSpPr>
        <p:spPr>
          <a:xfrm xmlns:a="http://schemas.openxmlformats.org/drawingml/2006/main">
            <a:off x="609600" y="22574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More independent data and camera-angle tests</a:t>
            </a:r>
          </a:p>
        </p:txBody>
      </p:sp>
      <p:sp>
        <p:nvSpPr>
          <p:cNvPr id="5" name="Event annotations and better temporal localization">
            <a:extLst xmlns:a="http://schemas.openxmlformats.org/drawingml/2006/main">
              <a:ext uri="{FF2B5EF4-FFF2-40B4-BE49-F238E27FC236}">
                <a16:creationId xmlns:a16="http://schemas.microsoft.com/office/drawing/2014/main" id="{1C963685-60DB-4088-8F6D-87FDB7852B14}"/>
              </a:ext>
            </a:extLst>
          </p:cNvPr>
          <p:cNvSpPr>
            <a:spLocks xmlns:a="http://schemas.openxmlformats.org/drawingml/2006/main" noGrp="1"/>
          </p:cNvSpPr>
          <p:nvPr/>
        </p:nvSpPr>
        <p:spPr>
          <a:xfrm xmlns:a="http://schemas.openxmlformats.org/drawingml/2006/main">
            <a:off x="609600" y="30575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Event annotations and better temporal localization</a:t>
            </a:r>
          </a:p>
        </p:txBody>
      </p:sp>
      <p:sp>
        <p:nvSpPr>
          <p:cNvPr id="6" name="Expert review of regulatory references">
            <a:extLst xmlns:a="http://schemas.openxmlformats.org/drawingml/2006/main">
              <a:ext uri="{FF2B5EF4-FFF2-40B4-BE49-F238E27FC236}">
                <a16:creationId xmlns:a16="http://schemas.microsoft.com/office/drawing/2014/main" id="{F576BA44-81B5-486F-9805-59BA4421E0CA}"/>
              </a:ext>
            </a:extLst>
          </p:cNvPr>
          <p:cNvSpPr>
            <a:spLocks xmlns:a="http://schemas.openxmlformats.org/drawingml/2006/main" noGrp="1"/>
          </p:cNvSpPr>
          <p:nvPr/>
        </p:nvSpPr>
        <p:spPr>
          <a:xfrm xmlns:a="http://schemas.openxmlformats.org/drawingml/2006/main">
            <a:off x="609600" y="38576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Expert review of regulatory references</a:t>
            </a:r>
          </a:p>
        </p:txBody>
      </p:sp>
      <p:sp>
        <p:nvSpPr>
          <p:cNvPr id="7" name="Hosted benchmarks, cold starts and retention checks">
            <a:extLst xmlns:a="http://schemas.openxmlformats.org/drawingml/2006/main">
              <a:ext uri="{FF2B5EF4-FFF2-40B4-BE49-F238E27FC236}">
                <a16:creationId xmlns:a16="http://schemas.microsoft.com/office/drawing/2014/main" id="{B6AE761F-E0C8-49F8-8318-59C924D5E5B6}"/>
              </a:ext>
            </a:extLst>
          </p:cNvPr>
          <p:cNvSpPr>
            <a:spLocks xmlns:a="http://schemas.openxmlformats.org/drawingml/2006/main" noGrp="1"/>
          </p:cNvSpPr>
          <p:nvPr/>
        </p:nvSpPr>
        <p:spPr>
          <a:xfrm xmlns:a="http://schemas.openxmlformats.org/drawingml/2006/main">
            <a:off x="609600" y="46577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Hosted benchmarks, cold starts and retention checks</a:t>
            </a:r>
          </a:p>
        </p:txBody>
      </p:sp>
      <p:sp>
        <p:nvSpPr>
          <p:cNvPr id="8" name="">
            <a:extLst xmlns:a="http://schemas.openxmlformats.org/drawingml/2006/main">
              <a:ext uri="{FF2B5EF4-FFF2-40B4-BE49-F238E27FC236}">
                <a16:creationId xmlns:a16="http://schemas.microsoft.com/office/drawing/2014/main" id="{A2602A09-F9C9-4900-8372-06C899D787C3}"/>
              </a:ext>
            </a:extLst>
          </p:cNvPr>
          <p:cNvSpPr>
            <a:spLocks xmlns:a="http://schemas.openxmlformats.org/drawingml/2006/main" noGrp="1"/>
          </p:cNvSpPr>
          <p:nvPr/>
        </p:nvSpPr>
        <p:spPr>
          <a:xfrm xmlns:a="http://schemas.openxmlformats.org/drawingml/2006/main">
            <a:off x="609600" y="5591175"/>
            <a:ext cx="10953750" cy="0"/>
          </a:xfrm>
          <a:prstGeom xmlns:a="http://schemas.openxmlformats.org/drawingml/2006/main" prst="line">
            <a:avLst/>
          </a:prstGeom>
          <a:ln xmlns:a="http://schemas.openxmlformats.org/drawingml/2006/main" w="19050">
            <a:solidFill>
              <a:srgbClr val="284254"/>
            </a:solidFill>
          </a:ln>
        </p:spPr>
      </p:sp>
      <p:sp>
        <p:nvSpPr>
          <p:cNvPr id="9" name="Evidence for human judgment">
            <a:extLst xmlns:a="http://schemas.openxmlformats.org/drawingml/2006/main">
              <a:ext uri="{FF2B5EF4-FFF2-40B4-BE49-F238E27FC236}">
                <a16:creationId xmlns:a16="http://schemas.microsoft.com/office/drawing/2014/main" id="{34469B89-6537-45B3-A0CD-B01F58B95C2B}"/>
              </a:ext>
            </a:extLst>
          </p:cNvPr>
          <p:cNvSpPr>
            <a:spLocks xmlns:a="http://schemas.openxmlformats.org/drawingml/2006/main" noGrp="1"/>
          </p:cNvSpPr>
          <p:nvPr/>
        </p:nvSpPr>
        <p:spPr>
          <a:xfrm xmlns:a="http://schemas.openxmlformats.org/drawingml/2006/main">
            <a:off x="609600" y="59340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35D4BE"/>
                </a:solidFill>
                <a:latin typeface="Arial"/>
                <a:ea typeface="Arial"/>
                <a:cs typeface="Arial"/>
              </a:defRPr>
            </a:defPPr>
            <a:lvl1pPr>
              <a:defRPr sz="2850" b="1">
                <a:solidFill>
                  <a:srgbClr val="35D4BE"/>
                </a:solidFill>
                <a:latin typeface="Arial"/>
                <a:ea typeface="Arial"/>
                <a:cs typeface="Arial"/>
              </a:defRPr>
            </a:lvl1pPr>
            <a:lvl2pPr>
              <a:defRPr sz="2850" b="1">
                <a:solidFill>
                  <a:srgbClr val="35D4BE"/>
                </a:solidFill>
                <a:latin typeface="Arial"/>
                <a:ea typeface="Arial"/>
                <a:cs typeface="Arial"/>
              </a:defRPr>
            </a:lvl2pPr>
            <a:lvl3pPr>
              <a:defRPr sz="2850" b="1">
                <a:solidFill>
                  <a:srgbClr val="35D4BE"/>
                </a:solidFill>
                <a:latin typeface="Arial"/>
                <a:ea typeface="Arial"/>
                <a:cs typeface="Arial"/>
              </a:defRPr>
            </a:lvl3pPr>
            <a:lvl4pPr>
              <a:defRPr sz="2850" b="1">
                <a:solidFill>
                  <a:srgbClr val="35D4BE"/>
                </a:solidFill>
                <a:latin typeface="Arial"/>
                <a:ea typeface="Arial"/>
                <a:cs typeface="Arial"/>
              </a:defRPr>
            </a:lvl4pPr>
            <a:lvl5pPr>
              <a:defRPr sz="2850" b="1">
                <a:solidFill>
                  <a:srgbClr val="35D4BE"/>
                </a:solidFill>
                <a:latin typeface="Arial"/>
                <a:ea typeface="Arial"/>
                <a:cs typeface="Arial"/>
              </a:defRPr>
            </a:lvl5pPr>
            <a:lvl6pPr>
              <a:defRPr sz="2850" b="1">
                <a:solidFill>
                  <a:srgbClr val="35D4BE"/>
                </a:solidFill>
                <a:latin typeface="Arial"/>
                <a:ea typeface="Arial"/>
                <a:cs typeface="Arial"/>
              </a:defRPr>
            </a:lvl6pPr>
            <a:lvl7pPr>
              <a:defRPr sz="2850" b="1">
                <a:solidFill>
                  <a:srgbClr val="35D4BE"/>
                </a:solidFill>
                <a:latin typeface="Arial"/>
                <a:ea typeface="Arial"/>
                <a:cs typeface="Arial"/>
              </a:defRPr>
            </a:lvl7pPr>
            <a:lvl8pPr>
              <a:defRPr sz="2850" b="1">
                <a:solidFill>
                  <a:srgbClr val="35D4BE"/>
                </a:solidFill>
                <a:latin typeface="Arial"/>
                <a:ea typeface="Arial"/>
                <a:cs typeface="Arial"/>
              </a:defRPr>
            </a:lvl8pPr>
            <a:lvl9pPr>
              <a:defRPr sz="2850" b="1">
                <a:solidFill>
                  <a:srgbClr val="35D4BE"/>
                </a:solidFill>
                <a:latin typeface="Arial"/>
                <a:ea typeface="Arial"/>
                <a:cs typeface="Arial"/>
              </a:defRPr>
            </a:lvl9pPr>
          </a:lstStyle>
          <a:p xmlns:a="http://schemas.openxmlformats.org/drawingml/2006/main">
            <a:pPr>
              <a:defRPr sz="2850" b="1">
                <a:solidFill>
                  <a:srgbClr val="35D4BE"/>
                </a:solidFill>
                <a:latin typeface="Arial"/>
                <a:ea typeface="Arial"/>
                <a:cs typeface="Arial"/>
              </a:defRPr>
            </a:pPr>
            <a:r>
              <a:rPr sz="2850" b="1">
                <a:solidFill>
                  <a:srgbClr val="35D4BE"/>
                </a:solidFill>
                <a:latin typeface="Arial"/>
                <a:ea typeface="Arial"/>
                <a:cs typeface="Arial"/>
              </a:rPr>
              <a:t>Evidence for human judgment</a:t>
            </a:r>
          </a:p>
        </p:txBody>
      </p:sp>
    </p:spTree>
    <p:extLst>
      <p:ext uri="{BB962C8B-B14F-4D97-AF65-F5344CB8AC3E}">
        <p14:creationId xmlns:p14="http://schemas.microsoft.com/office/powerpoint/2010/main" val="10267049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2026-10-18T06:51:53.8000000Z</dcterms:created>
  <dcterms:modified xsi:type="dcterms:W3CDTF">2026-10-18T06:51:53.8000000Z</dcterms:modified>
</coreProperties>
</file>